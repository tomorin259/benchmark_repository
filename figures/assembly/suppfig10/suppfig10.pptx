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6858000" cy="9903460" type="A4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19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3119"/>
        <p:guide pos="216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60476" y="1143000"/>
            <a:ext cx="2137048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674325" y="1320480"/>
            <a:ext cx="5512050" cy="3711901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45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674325" y="5141554"/>
            <a:ext cx="5512050" cy="2126285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342225" y="2152278"/>
            <a:ext cx="6170175" cy="6872735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119825" y="5557453"/>
            <a:ext cx="4369950" cy="1107332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33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119825" y="6664785"/>
            <a:ext cx="4369950" cy="1252896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342225" y="2167875"/>
            <a:ext cx="2911950" cy="6857138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3606525" y="2167875"/>
            <a:ext cx="2911950" cy="6857138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342225" y="2027509"/>
            <a:ext cx="3005100" cy="597855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342225" y="2677351"/>
            <a:ext cx="3005100" cy="634766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3507609" y="2027509"/>
            <a:ext cx="3005100" cy="597855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3507609" y="2677351"/>
            <a:ext cx="3005100" cy="634766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342225" y="2245856"/>
            <a:ext cx="2943606" cy="6654388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2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3572100" y="2245856"/>
            <a:ext cx="2940300" cy="6654388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2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5757075" y="1320480"/>
            <a:ext cx="587250" cy="726264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1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514350" y="1320480"/>
            <a:ext cx="5157675" cy="7262640"/>
          </a:xfrm>
        </p:spPr>
        <p:txBody>
          <a:bodyPr vert="eaVert" lIns="46800" tIns="46800" rIns="46800" bIns="46800"/>
          <a:lstStyle>
            <a:lvl1pPr marL="171450" indent="-171450">
              <a:spcAft>
                <a:spcPts val="1000"/>
              </a:spcAft>
              <a:defRPr spc="300"/>
            </a:lvl1pPr>
            <a:lvl2pPr marL="514350" indent="-171450">
              <a:defRPr spc="300"/>
            </a:lvl2pPr>
            <a:lvl3pPr marL="857250" indent="-171450">
              <a:defRPr spc="300"/>
            </a:lvl3pPr>
            <a:lvl4pPr marL="1200150" indent="-171450">
              <a:defRPr spc="300"/>
            </a:lvl4pPr>
            <a:lvl5pPr marL="1543050" indent="-17145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342225" y="1117729"/>
            <a:ext cx="6172200" cy="791768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674325" y="3462361"/>
            <a:ext cx="5512050" cy="1596013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45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674325" y="5141554"/>
            <a:ext cx="5512050" cy="727824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8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342225" y="878587"/>
            <a:ext cx="6170175" cy="1018953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342225" y="2152278"/>
            <a:ext cx="6170175" cy="687273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3442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2315250" y="9118590"/>
            <a:ext cx="2227500" cy="457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49936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7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35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207135" algn="l"/>
          <a:tab pos="1207135" algn="l"/>
          <a:tab pos="1207135" algn="l"/>
          <a:tab pos="1207135" algn="l"/>
        </a:tabLst>
        <a:defRPr sz="12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2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05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05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3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791486" cy="417600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-6985" y="0"/>
            <a:ext cx="83820" cy="330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dist">
              <a:lnSpc>
                <a:spcPct val="40000"/>
              </a:lnSpc>
            </a:pPr>
            <a:r>
              <a:rPr lang="en-US" altLang="zh-CN" sz="1300" b="1"/>
              <a:t>a</a:t>
            </a:r>
            <a:endParaRPr lang="en-US" altLang="zh-CN" sz="1300" b="1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5780" y="0"/>
            <a:ext cx="3792485" cy="41760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WPS 演示</Application>
  <PresentationFormat>宽屏</PresentationFormat>
  <Paragraphs>2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2" baseType="lpstr">
      <vt:lpstr>Arial</vt:lpstr>
      <vt:lpstr>宋体</vt:lpstr>
      <vt:lpstr>Wingdings</vt:lpstr>
      <vt:lpstr>Wingdings</vt:lpstr>
      <vt:lpstr>苹方-简</vt:lpstr>
      <vt:lpstr>微软雅黑</vt:lpstr>
      <vt:lpstr>方正雅意黑 GB18030L2</vt:lpstr>
      <vt:lpstr>宋体</vt:lpstr>
      <vt:lpstr>Arial Unicode MS</vt:lpstr>
      <vt:lpstr>汉仪书宋二KW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赵泽临</cp:lastModifiedBy>
  <cp:revision>166</cp:revision>
  <dcterms:created xsi:type="dcterms:W3CDTF">2026-09-11T17:22:56Z</dcterms:created>
  <dcterms:modified xsi:type="dcterms:W3CDTF">2026-09-11T17:22:56Z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2052-12.1.26046.26046</vt:lpwstr>
  </property>
  <property fmtid="{D5CDD505-2E9C-101B-9397-08002B2CF9AE}" pid="3" name="ICV">
    <vt:lpwstr>211C34DE1D07A3E69221A46ABD18D651_43</vt:lpwstr>
  </property>
</Properties>
</file>