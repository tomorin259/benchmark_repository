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6858000" cy="990346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9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3119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60476" y="1143000"/>
            <a:ext cx="2137048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4325" y="1320480"/>
            <a:ext cx="5512050" cy="3711901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4325" y="5141554"/>
            <a:ext cx="5512050" cy="212628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2225" y="2152278"/>
            <a:ext cx="6170175" cy="6872735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9825" y="5557453"/>
            <a:ext cx="4369950" cy="1107332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9825" y="6664785"/>
            <a:ext cx="4369950" cy="125289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2225" y="2167875"/>
            <a:ext cx="2911950" cy="6857138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606525" y="2167875"/>
            <a:ext cx="2911950" cy="6857138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2225" y="2027509"/>
            <a:ext cx="3005100" cy="597855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2225" y="2677351"/>
            <a:ext cx="3005100" cy="634766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507609" y="2027509"/>
            <a:ext cx="3005100" cy="597855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507609" y="2677351"/>
            <a:ext cx="3005100" cy="634766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2225" y="2245856"/>
            <a:ext cx="2943606" cy="665438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72100" y="2245856"/>
            <a:ext cx="2940300" cy="665438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57075" y="1320480"/>
            <a:ext cx="587250" cy="726264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4350" y="1320480"/>
            <a:ext cx="5157675" cy="726264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2225" y="1117729"/>
            <a:ext cx="6172200" cy="791768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4325" y="3462361"/>
            <a:ext cx="5512050" cy="159601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4325" y="5141554"/>
            <a:ext cx="5512050" cy="72782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2225" y="878587"/>
            <a:ext cx="6170175" cy="1018953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2225" y="2152278"/>
            <a:ext cx="6170175" cy="687273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42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15250" y="9118590"/>
            <a:ext cx="222750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936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791486" cy="4176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-6985" y="0"/>
            <a:ext cx="83820" cy="330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dist">
              <a:lnSpc>
                <a:spcPct val="40000"/>
              </a:lnSpc>
            </a:pPr>
            <a:r>
              <a:rPr lang="en-US" altLang="zh-CN" sz="1300" b="1"/>
              <a:t>a</a:t>
            </a:r>
            <a:endParaRPr lang="en-US" altLang="zh-CN" sz="1300" b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5780" y="0"/>
            <a:ext cx="3792485" cy="4176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WPS 演示</Application>
  <PresentationFormat>宽屏</PresentationFormat>
  <Paragraphs>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苹方-简</vt:lpstr>
      <vt:lpstr>微软雅黑</vt:lpstr>
      <vt:lpstr>方正雅意黑 GB18030L2</vt:lpstr>
      <vt:lpstr>宋体</vt:lpstr>
      <vt:lpstr>Arial Unicode MS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赵泽临</cp:lastModifiedBy>
  <cp:revision>166</cp:revision>
  <dcterms:created xsi:type="dcterms:W3CDTF">2026-09-11T17:22:56Z</dcterms:created>
  <dcterms:modified xsi:type="dcterms:W3CDTF">2026-09-11T17:22:56Z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>211C34DE1D07A3E69221A46ABD18D651_43</vt:lpwstr>
  </property>
</Properties>
</file>