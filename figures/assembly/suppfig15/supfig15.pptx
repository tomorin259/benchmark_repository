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</p:sldIdLst>
  <p:sldSz cx="6858000" cy="9903460"/>
  <p:notesSz cx="6858000" cy="9144000"/>
  <p:defaultTextStyle>
    <a:defPPr>
      <a:buNone/>
    </a:defPPr>
    <a:lvl1pPr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" d="1"/>
          <a:sy n="1" d="1"/>
        </p:scale>
        <p:origin x="0" y="0"/>
      </p:cViewPr>
      <p:guideLst/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74325" y="1320480"/>
            <a:ext cx="5512050" cy="3711901"/>
          </a:xfrm>
        </p:spPr>
        <p:txBody>
          <a:bodyPr lIns="90000" tIns="46800" rIns="90000" bIns="46800" anchor="b">
            <a:normAutofit/>
          </a:bodyPr>
          <a:lstStyle>
            <a:lvl1pPr algn="ctr">
              <a:buNone/>
              <a:defRPr sz="45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674325" y="5141554"/>
            <a:ext cx="5512050" cy="2126285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1800" spc="2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t>单击此处编辑母版副标题样式</a:t>
            </a:r>
          </a:p>
        </p:txBody>
      </p:sp>
      <p:sp>
        <p:nvSpPr>
          <p:cNvPr id="16" name="日期占位符 15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17" name="页脚占位符 16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18" name="灯片编号占位符 17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42225" y="878587"/>
            <a:ext cx="6170175" cy="1018953"/>
          </a:xfrm>
        </p:spPr>
        <p:txBody>
          <a:bodyPr vert="horz" lIns="90000" tIns="46800" rIns="90000" bIns="46800" anchor="ctr">
            <a:normAutofit/>
          </a:bodyPr>
          <a:lstStyle/>
          <a:p>
            <a:pPr lvl="0"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42225" y="2152278"/>
            <a:ext cx="6170175" cy="6872735"/>
          </a:xfrm>
        </p:spPr>
        <p:txBody>
          <a:bodyPr vert="horz" lIns="90000" tIns="46800" rIns="90000" bIns="46800">
            <a:normAutofit/>
          </a:bodyPr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1119825" y="5557453"/>
            <a:ext cx="4369950" cy="1107332"/>
          </a:xfrm>
        </p:spPr>
        <p:txBody>
          <a:bodyPr lIns="90000" tIns="46800" rIns="90000" bIns="46800" anchor="b">
            <a:normAutofit/>
          </a:bodyPr>
          <a:lstStyle>
            <a:lvl1pPr>
              <a:buNone/>
              <a:defRPr sz="3300"/>
            </a:lvl1pPr>
          </a:lstStyle>
          <a:p>
            <a:r>
              <a:t>单击此处编辑标题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1119825" y="6664785"/>
            <a:ext cx="4369950" cy="1252896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35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单击此处编辑文本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42225" y="878587"/>
            <a:ext cx="6170175" cy="1018953"/>
          </a:xfrm>
        </p:spPr>
        <p:txBody>
          <a:bodyPr vert="horz" lIns="90000" tIns="46800" rIns="90000" bIns="46800" anchor="ctr">
            <a:normAutofit/>
          </a:bodyPr>
          <a:lstStyle/>
          <a:p>
            <a:pPr lvl="0"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42225" y="2167875"/>
            <a:ext cx="2911950" cy="6857138"/>
          </a:xfrm>
        </p:spPr>
        <p:txBody>
          <a:bodyPr vert="horz" lIns="90000" tIns="46800" rIns="90000" bIns="46800">
            <a:normAutofit/>
          </a:bodyPr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idx="2"/>
          </p:nvPr>
        </p:nvSpPr>
        <p:spPr>
          <a:xfrm>
            <a:off x="3606525" y="2167875"/>
            <a:ext cx="2911950" cy="6857138"/>
          </a:xfrm>
        </p:spPr>
        <p:txBody>
          <a:bodyPr lIns="90000" tIns="46800" rIns="90000" bIns="46800">
            <a:normAutofit/>
          </a:bodyPr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42225" y="878587"/>
            <a:ext cx="6170175" cy="1018953"/>
          </a:xfrm>
        </p:spPr>
        <p:txBody>
          <a:bodyPr vert="horz" lIns="90000" tIns="46800" rIns="90000" bIns="46800" anchor="ctr">
            <a:normAutofit/>
          </a:bodyPr>
          <a:lstStyle/>
          <a:p>
            <a:pPr lvl="0">
              <a:buNone/>
            </a:pPr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342225" y="2063900"/>
            <a:ext cx="3005100" cy="551066"/>
          </a:xfrm>
        </p:spPr>
        <p:txBody>
          <a:bodyPr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15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>
              <a:buNone/>
            </a:pPr>
            <a:r>
              <a:t>单击此处编辑文本</a:t>
            </a:r>
          </a:p>
        </p:txBody>
      </p:sp>
      <p:sp>
        <p:nvSpPr>
          <p:cNvPr id="4" name="内容占位符 3"/>
          <p:cNvSpPr>
            <a:spLocks noGrp="1"/>
          </p:cNvSpPr>
          <p:nvPr>
            <p:ph idx="2"/>
          </p:nvPr>
        </p:nvSpPr>
        <p:spPr>
          <a:xfrm>
            <a:off x="342225" y="2677351"/>
            <a:ext cx="3005100" cy="6347662"/>
          </a:xfrm>
        </p:spPr>
        <p:txBody>
          <a:bodyPr vert="horz" lIns="101600" tIns="0" rIns="82550" bIns="0">
            <a:normAutofit/>
          </a:bodyPr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idx="3" hasCustomPrompt="1"/>
          </p:nvPr>
        </p:nvSpPr>
        <p:spPr>
          <a:xfrm>
            <a:off x="3507609" y="2053111"/>
            <a:ext cx="3005100" cy="551066"/>
          </a:xfrm>
        </p:spPr>
        <p:txBody>
          <a:bodyPr vert="horz"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15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>
              <a:buNone/>
            </a:pPr>
            <a:r>
              <a:t>单击此处编辑文本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4"/>
          </p:nvPr>
        </p:nvSpPr>
        <p:spPr>
          <a:xfrm>
            <a:off x="3507609" y="2677351"/>
            <a:ext cx="3005100" cy="6347662"/>
          </a:xfrm>
        </p:spPr>
        <p:txBody>
          <a:bodyPr vert="horz" lIns="101600" tIns="0" rIns="82550" bIns="0">
            <a:normAutofit/>
          </a:bodyPr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8" name="页脚占位符 7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9" name="灯片编号占位符 8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42225" y="878587"/>
            <a:ext cx="6170175" cy="1018953"/>
          </a:xfrm>
        </p:spPr>
        <p:txBody>
          <a:bodyPr vert="horz" lIns="90000" tIns="46800" rIns="90000" bIns="46800" anchor="ctr">
            <a:normAutofit/>
          </a:bodyPr>
          <a:lstStyle/>
          <a:p>
            <a:pPr lvl="0">
              <a:buNone/>
            </a:pPr>
            <a:r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4" name="页脚占位符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5" name="灯片编号占位符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/>
      <p:sp>
        <p:nvSpPr>
          <p:cNvPr id="2" name="日期占位符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3" name="页脚占位符 2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4" name="灯片编号占位符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/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342225" y="2245856"/>
            <a:ext cx="2943606" cy="6654388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200"/>
            </a:lvl1pPr>
          </a:lstStyle>
          <a:p>
            <a:pPr lvl="0">
              <a:buNone/>
            </a:pPr>
          </a:p>
        </p:txBody>
      </p:sp>
      <p:sp>
        <p:nvSpPr>
          <p:cNvPr id="4" name="文本占位符 3"/>
          <p:cNvSpPr>
            <a:spLocks noGrp="1"/>
          </p:cNvSpPr>
          <p:nvPr>
            <p:ph type="body" idx="2"/>
          </p:nvPr>
        </p:nvSpPr>
        <p:spPr>
          <a:xfrm>
            <a:off x="3572100" y="2245856"/>
            <a:ext cx="2940300" cy="6654388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200"/>
            </a:lvl1pPr>
          </a:lstStyle>
          <a:p>
            <a:pPr lvl="0"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  <p:sp>
        <p:nvSpPr>
          <p:cNvPr id="9" name="标题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/>
      <p:sp>
        <p:nvSpPr>
          <p:cNvPr id="2" name="竖排标题 1"/>
          <p:cNvSpPr>
            <a:spLocks noGrp="1"/>
          </p:cNvSpPr>
          <p:nvPr>
            <p:ph type="title" hasCustomPrompt="1"/>
          </p:nvPr>
        </p:nvSpPr>
        <p:spPr>
          <a:xfrm>
            <a:off x="5757075" y="1320480"/>
            <a:ext cx="587250" cy="7262640"/>
          </a:xfrm>
        </p:spPr>
        <p:txBody>
          <a:bodyPr vert="eaVert" lIns="90000" tIns="46800" rIns="90000" bIns="46800" anchor="ctr">
            <a:normAutofit/>
          </a:bodyPr>
          <a:lstStyle>
            <a:lvl1pPr>
              <a:buNone/>
              <a:defRPr sz="2100"/>
            </a:lvl1pPr>
          </a:lstStyle>
          <a:p>
            <a:pPr lvl="0">
              <a:buNone/>
            </a:pPr>
            <a:r>
              <a:t>单击此处编辑标题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idx="1"/>
          </p:nvPr>
        </p:nvSpPr>
        <p:spPr>
          <a:xfrm>
            <a:off x="514350" y="1320480"/>
            <a:ext cx="5157675" cy="7262640"/>
          </a:xfrm>
        </p:spPr>
        <p:txBody>
          <a:bodyPr vert="eaVert" lIns="46800" tIns="46800" rIns="46800" bIns="46800"/>
          <a:lstStyle>
            <a:lvl1pPr marL="171450" indent="-171450">
              <a:spcAft>
                <a:spcPts val="1000"/>
              </a:spcAft>
              <a:buNone/>
              <a:defRPr spc="300"/>
            </a:lvl1pPr>
            <a:lvl2pPr marL="514350" indent="-171450">
              <a:buNone/>
              <a:defRPr spc="300"/>
            </a:lvl2pPr>
            <a:lvl3pPr marL="857250" indent="-171450">
              <a:buNone/>
              <a:defRPr spc="300"/>
            </a:lvl3pPr>
            <a:lvl4pPr marL="1200150" indent="-171450">
              <a:buNone/>
              <a:defRPr spc="300"/>
            </a:lvl4pPr>
            <a:lvl5pPr marL="1543050" indent="-171450">
              <a:buNone/>
              <a:defRPr spc="300"/>
            </a:lvl5pPr>
          </a:lstStyle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/>
      <p:sp>
        <p:nvSpPr>
          <p:cNvPr id="3" name="日期占位符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4" name="页脚占位符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5" name="灯片编号占位符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  <p:sp>
        <p:nvSpPr>
          <p:cNvPr id="7" name="内容占位符 6"/>
          <p:cNvSpPr>
            <a:spLocks noGrp="1"/>
          </p:cNvSpPr>
          <p:nvPr>
            <p:ph idx="13"/>
          </p:nvPr>
        </p:nvSpPr>
        <p:spPr>
          <a:xfrm>
            <a:off x="342225" y="1117729"/>
            <a:ext cx="6172200" cy="7917681"/>
          </a:xfrm>
        </p:spPr>
        <p:txBody>
          <a:bodyPr/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/>
      <p:sp>
        <p:nvSpPr>
          <p:cNvPr id="3" name="日期占位符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4" name="页脚占位符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5" name="灯片编号占位符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74325" y="3587131"/>
            <a:ext cx="5512050" cy="1471243"/>
          </a:xfrm>
        </p:spPr>
        <p:txBody>
          <a:bodyPr vert="horz" lIns="90000" tIns="46800" rIns="90000" bIns="46800" anchor="t">
            <a:normAutofit/>
          </a:bodyPr>
          <a:lstStyle>
            <a:lvl1pPr algn="ctr">
              <a:buNone/>
              <a:defRPr sz="4500"/>
            </a:lvl1pPr>
          </a:lstStyle>
          <a:p>
            <a:pPr lvl="0">
              <a:buNone/>
            </a:pPr>
            <a:r>
              <a:t>单击此处编辑标题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idx="13"/>
          </p:nvPr>
        </p:nvSpPr>
        <p:spPr>
          <a:xfrm>
            <a:off x="674325" y="5141554"/>
            <a:ext cx="5512050" cy="681035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1800" spc="200"/>
            </a:lvl1pPr>
          </a:lstStyle>
          <a:p>
            <a:pPr lvl="0">
              <a:buNone/>
            </a:pPr>
            <a:r>
              <a:t>单击此处编辑母版文本样式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342225" y="878587"/>
            <a:ext cx="6170175" cy="1018953"/>
          </a:xfrm>
          <a:prstGeom prst="rect">
            <a:avLst/>
          </a:prstGeom>
        </p:spPr>
        <p:txBody>
          <a:bodyPr vert="horz" lIns="90170" tIns="46990" rIns="90170" bIns="46990" anchor="ctr">
            <a:normAutofit/>
          </a:bodyPr>
          <a:lstStyle/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42225" y="2152278"/>
            <a:ext cx="6170175" cy="6872735"/>
          </a:xfrm>
          <a:prstGeom prst="rect">
            <a:avLst/>
          </a:prstGeom>
        </p:spPr>
        <p:txBody>
          <a:bodyPr vert="horz" lIns="90000" tIns="46800" rIns="90000" bIns="46800">
            <a:normAutofit/>
          </a:bodyPr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2"/>
          </p:nvPr>
        </p:nvSpPr>
        <p:spPr>
          <a:xfrm>
            <a:off x="344250" y="9118590"/>
            <a:ext cx="1518750" cy="457489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l">
              <a:buNone/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页脚占位符 4"/>
          <p:cNvSpPr>
            <a:spLocks noGrp="1"/>
          </p:cNvSpPr>
          <p:nvPr>
            <p:ph type="ftr" idx="3"/>
          </p:nvPr>
        </p:nvSpPr>
        <p:spPr>
          <a:xfrm>
            <a:off x="2315250" y="9118590"/>
            <a:ext cx="2227500" cy="457489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ctr">
              <a:buNone/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4"/>
          </p:nvPr>
        </p:nvSpPr>
        <p:spPr>
          <a:xfrm>
            <a:off x="4993650" y="9118590"/>
            <a:ext cx="1518750" cy="457489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r">
              <a:buNone/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685800">
        <a:lnSpc>
          <a:spcPct val="100000"/>
        </a:lnSpc>
        <a:spcBef>
          <a:spcPct val="0"/>
        </a:spcBef>
        <a:buNone/>
        <a:defRPr sz="2700" b="0" u="none" kern="1200" cap="none" spc="300" baseline="0">
          <a:solidFill>
            <a:schemeClr val="tx1">
              <a:lumMod val="85000"/>
              <a:lumOff val="15000"/>
            </a:schemeClr>
          </a:solidFill>
          <a:latin typeface="+mj-lt"/>
          <a:ea typeface="+mj-lt"/>
          <a:cs typeface="+mj-lt"/>
        </a:defRPr>
      </a:lvl1pPr>
    </p:titleStyle>
    <p:bodyStyle>
      <a:lvl1pPr marL="171450" indent="-171450" algn="l" defTabSz="685800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/>
        <a:buChar char="●"/>
        <a:defRPr sz="135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1pPr>
      <a:lvl2pPr marL="514350" indent="-171450" algn="l" defTabSz="685800">
        <a:lnSpc>
          <a:spcPct val="120000"/>
        </a:lnSpc>
        <a:spcBef>
          <a:spcPts val="0"/>
        </a:spcBef>
        <a:spcAft>
          <a:spcPts val="600"/>
        </a:spcAft>
        <a:buFont typeface="Arial" panose="020B0604020202090204"/>
        <a:buChar char="●"/>
        <a:tabLst>
          <a:tab pos="1207135" algn="l"/>
          <a:tab pos="1207135" algn="l"/>
          <a:tab pos="1207135" algn="l"/>
          <a:tab pos="1207135" algn="l"/>
        </a:tabLst>
        <a:defRPr sz="120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2pPr>
      <a:lvl3pPr marL="857250" indent="-171450" algn="l" defTabSz="685800">
        <a:lnSpc>
          <a:spcPct val="120000"/>
        </a:lnSpc>
        <a:spcBef>
          <a:spcPts val="0"/>
        </a:spcBef>
        <a:spcAft>
          <a:spcPts val="600"/>
        </a:spcAft>
        <a:buFont typeface="Arial" panose="020B0604020202090204"/>
        <a:buChar char="●"/>
        <a:defRPr sz="120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3pPr>
      <a:lvl4pPr marL="1200150" indent="-171450" algn="l" defTabSz="685800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/>
        <a:buChar char=""/>
        <a:defRPr sz="105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4pPr>
      <a:lvl5pPr marL="1543050" indent="-171450" algn="l" defTabSz="685800">
        <a:lnSpc>
          <a:spcPct val="120000"/>
        </a:lnSpc>
        <a:spcBef>
          <a:spcPts val="0"/>
        </a:spcBef>
        <a:spcAft>
          <a:spcPts val="300"/>
        </a:spcAft>
        <a:buFont typeface="Arial" panose="020B0604020202090204"/>
        <a:buChar char="•"/>
        <a:defRPr sz="105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5pPr>
      <a:lvl6pPr marL="1885950" indent="-171450" algn="l" defTabSz="685800">
        <a:lnSpc>
          <a:spcPct val="90000"/>
        </a:lnSpc>
        <a:spcBef>
          <a:spcPts val="375"/>
        </a:spcBef>
        <a:buFont typeface="Arial" panose="020B0604020202090204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6pPr>
      <a:lvl7pPr marL="2228850" indent="-171450" algn="l" defTabSz="685800">
        <a:lnSpc>
          <a:spcPct val="90000"/>
        </a:lnSpc>
        <a:spcBef>
          <a:spcPts val="375"/>
        </a:spcBef>
        <a:buFont typeface="Arial" panose="020B0604020202090204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7pPr>
      <a:lvl8pPr marL="2571750" indent="-171450" algn="l" defTabSz="685800">
        <a:lnSpc>
          <a:spcPct val="90000"/>
        </a:lnSpc>
        <a:spcBef>
          <a:spcPts val="375"/>
        </a:spcBef>
        <a:buFont typeface="Arial" panose="020B0604020202090204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8pPr>
      <a:lvl9pPr marL="2914650" indent="-171450" algn="l" defTabSz="685800">
        <a:lnSpc>
          <a:spcPct val="90000"/>
        </a:lnSpc>
        <a:spcBef>
          <a:spcPts val="375"/>
        </a:spcBef>
        <a:buFont typeface="Arial" panose="020B0604020202090204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1pPr>
      <a:lvl2pPr marL="3429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2pPr>
      <a:lvl3pPr marL="6858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3pPr>
      <a:lvl4pPr marL="10287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4pPr>
      <a:lvl5pPr marL="13716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5pPr>
      <a:lvl6pPr marL="17145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6pPr>
      <a:lvl7pPr marL="20574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7pPr>
      <a:lvl8pPr marL="24003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8pPr>
      <a:lvl9pPr marL="27432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4" name="图片 3" descr="A_phase_portrait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0"/>
            <a:ext cx="6583680" cy="2578735"/>
          </a:xfrm>
          <a:prstGeom prst="rect">
            <a:avLst/>
          </a:prstGeom>
        </p:spPr>
      </p:pic>
      <p:sp>
        <p:nvSpPr>
          <p:cNvPr id="6" name="Panel c"/>
          <p:cNvSpPr>
            <a:spLocks noGrp="1"/>
          </p:cNvSpPr>
          <p:nvPr/>
        </p:nvSpPr>
        <p:spPr>
          <a:xfrm>
            <a:off x="0" y="2578862"/>
            <a:ext cx="17145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buNone/>
              <a:defRPr sz="1300" b="1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lang="en-US" sz="1300" b="1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b</a:t>
            </a:r>
            <a:endParaRPr lang="en-US" sz="1300" b="1">
              <a:solidFill>
                <a:srgbClr val="00000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" name="Panel a"/>
          <p:cNvSpPr>
            <a:spLocks noGrp="1"/>
          </p:cNvSpPr>
          <p:nvPr/>
        </p:nvSpPr>
        <p:spPr>
          <a:xfrm>
            <a:off x="0" y="0"/>
            <a:ext cx="17145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buNone/>
              <a:defRPr sz="1300" b="1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1300" b="1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a</a:t>
            </a:r>
            <a:endParaRPr sz="1300" b="1">
              <a:solidFill>
                <a:srgbClr val="00000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pic>
        <p:nvPicPr>
          <p:cNvPr id="9" name="图片 8" descr="B_paired_control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2578735"/>
            <a:ext cx="6583680" cy="260731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</Words>
  <Application>WPS 演示</Application>
  <PresentationFormat>Converted Presentation</PresentationFormat>
  <Paragraphs>4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4" baseType="lpstr">
      <vt:lpstr>Arial</vt:lpstr>
      <vt:lpstr>宋体</vt:lpstr>
      <vt:lpstr>Wingdings</vt:lpstr>
      <vt:lpstr>Arial</vt:lpstr>
      <vt:lpstr>Wingdings</vt:lpstr>
      <vt:lpstr>微软雅黑</vt:lpstr>
      <vt:lpstr>方正雅意黑 GB18030L2</vt:lpstr>
      <vt:lpstr>宋体</vt:lpstr>
      <vt:lpstr>Arial Unicode MS</vt:lpstr>
      <vt:lpstr>汉仪书宋二KW</vt:lpstr>
      <vt:lpstr>Calibri</vt:lpstr>
      <vt:lpstr>Helvetica Neue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赵泽临</cp:lastModifiedBy>
  <cp:revision>3</cp:revision>
  <dcterms:created xsi:type="dcterms:W3CDTF">2026-10-17T05:01:59Z</dcterms:created>
  <dcterms:modified xsi:type="dcterms:W3CDTF">2026-10-17T05:01:59Z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B08CBE53B5BDC39D8C5EBE6AF708C547_42</vt:lpwstr>
  </property>
  <property fmtid="{D5CDD505-2E9C-101B-9397-08002B2CF9AE}" pid="3" name="KSOProductBuildVer">
    <vt:lpwstr>2052-12.1.26046.26046</vt:lpwstr>
  </property>
</Properties>
</file>