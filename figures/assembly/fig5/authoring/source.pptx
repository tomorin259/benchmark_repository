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33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225" y="2027509"/>
            <a:ext cx="3005100" cy="597855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3507609" y="2027509"/>
            <a:ext cx="3005100" cy="597855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1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74325" y="3462361"/>
            <a:ext cx="5512050" cy="1596013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45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74325" y="5141554"/>
            <a:ext cx="5512050" cy="7278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" name="图片 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835" y="1217295"/>
            <a:ext cx="6782400" cy="1130400"/>
          </a:xfrm>
          <a:prstGeom prst="rect">
            <a:avLst/>
          </a:prstGeom>
        </p:spPr>
      </p:pic>
      <p:pic>
        <p:nvPicPr>
          <p:cNvPr id="31" name="图片 1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245" y="4752975"/>
            <a:ext cx="6782400" cy="1130400"/>
          </a:xfrm>
          <a:prstGeom prst="rect">
            <a:avLst/>
          </a:prstGeom>
        </p:spPr>
      </p:pic>
      <p:pic>
        <p:nvPicPr>
          <p:cNvPr id="3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395" y="3487420"/>
            <a:ext cx="3931920" cy="655320"/>
          </a:xfrm>
          <a:prstGeom prst="rect">
            <a:avLst/>
          </a:prstGeom>
        </p:spPr>
      </p:pic>
      <p:pic>
        <p:nvPicPr>
          <p:cNvPr id="35" name="图片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1615" y="3491230"/>
            <a:ext cx="1483360" cy="1261745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855" y="3487420"/>
            <a:ext cx="1483200" cy="1260000"/>
          </a:xfrm>
          <a:prstGeom prst="rect">
            <a:avLst/>
          </a:prstGeom>
        </p:spPr>
      </p:pic>
      <p:pic>
        <p:nvPicPr>
          <p:cNvPr id="37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6395" y="4137025"/>
            <a:ext cx="3931200" cy="655200"/>
          </a:xfrm>
          <a:prstGeom prst="rect">
            <a:avLst/>
          </a:prstGeom>
        </p:spPr>
      </p:pic>
      <p:pic>
        <p:nvPicPr>
          <p:cNvPr id="38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35" y="0"/>
            <a:ext cx="6778800" cy="1255333"/>
          </a:xfrm>
          <a:prstGeom prst="rect">
            <a:avLst/>
          </a:prstGeom>
        </p:spPr>
      </p:pic>
      <p:sp>
        <p:nvSpPr>
          <p:cNvPr id="3" name="文本框 2"/>
          <p:cNvSpPr>
            <a:spLocks noGrp="1"/>
          </p:cNvSpPr>
          <p:nvPr/>
        </p:nvSpPr>
        <p:spPr>
          <a:xfrm>
            <a:off x="-7620" y="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0" y="1265555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1000" b="1"/>
          </a:p>
        </p:txBody>
      </p:sp>
      <p:sp>
        <p:nvSpPr>
          <p:cNvPr id="12" name="文本框 11"/>
          <p:cNvSpPr>
            <a:spLocks noGrp="1"/>
          </p:cNvSpPr>
          <p:nvPr/>
        </p:nvSpPr>
        <p:spPr>
          <a:xfrm>
            <a:off x="-7620" y="4752975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f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4" name="图片 27"/>
          <p:cNvPicPr>
            <a:picLocks noChangeAspect="1"/>
          </p:cNvPicPr>
          <p:nvPr/>
        </p:nvPicPr>
        <p:blipFill>
          <a:blip r:embed="rId8"/>
          <a:srcRect r="56891" b="9773"/>
          <a:stretch>
            <a:fillRect/>
          </a:stretch>
        </p:blipFill>
        <p:spPr>
          <a:xfrm>
            <a:off x="76200" y="2140585"/>
            <a:ext cx="3072130" cy="1346835"/>
          </a:xfrm>
          <a:prstGeom prst="rect">
            <a:avLst/>
          </a:prstGeom>
        </p:spPr>
      </p:pic>
      <p:sp>
        <p:nvSpPr>
          <p:cNvPr id="16" name="文本框 15"/>
          <p:cNvSpPr>
            <a:spLocks noGrp="1"/>
          </p:cNvSpPr>
          <p:nvPr/>
        </p:nvSpPr>
        <p:spPr>
          <a:xfrm>
            <a:off x="-7620" y="217678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2822575" y="348742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e</a:t>
            </a:r>
            <a:endParaRPr sz="1000" b="1"/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-7620" y="348742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d</a:t>
            </a:r>
            <a:endParaRPr sz="10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9"/>
          <a:srcRect t="8836" b="8931"/>
          <a:stretch>
            <a:fillRect/>
          </a:stretch>
        </p:blipFill>
        <p:spPr>
          <a:xfrm>
            <a:off x="3215640" y="2176780"/>
            <a:ext cx="3482340" cy="1203960"/>
          </a:xfrm>
          <a:prstGeom prst="rect">
            <a:avLst/>
          </a:prstGeom>
        </p:spPr>
      </p:pic>
      <p:pic>
        <p:nvPicPr>
          <p:cNvPr id="32" name="图片 20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5245" y="5678805"/>
            <a:ext cx="6782400" cy="1130400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11"/>
          <a:srcRect t="7837" b="5696"/>
          <a:stretch>
            <a:fillRect/>
          </a:stretch>
        </p:blipFill>
        <p:spPr>
          <a:xfrm>
            <a:off x="3128645" y="6717030"/>
            <a:ext cx="3709670" cy="1347470"/>
          </a:xfrm>
          <a:prstGeom prst="rect">
            <a:avLst/>
          </a:prstGeom>
        </p:spPr>
      </p:pic>
      <p:pic>
        <p:nvPicPr>
          <p:cNvPr id="34" name="图片 6"/>
          <p:cNvPicPr>
            <a:picLocks noChangeAspect="1"/>
          </p:cNvPicPr>
          <p:nvPr/>
        </p:nvPicPr>
        <p:blipFill>
          <a:blip r:embed="rId12"/>
          <a:srcRect r="57191"/>
          <a:stretch>
            <a:fillRect/>
          </a:stretch>
        </p:blipFill>
        <p:spPr>
          <a:xfrm>
            <a:off x="38100" y="6678930"/>
            <a:ext cx="3390900" cy="1517650"/>
          </a:xfrm>
          <a:prstGeom prst="rect">
            <a:avLst/>
          </a:prstGeom>
        </p:spPr>
      </p:pic>
      <p:sp>
        <p:nvSpPr>
          <p:cNvPr id="15" name="文本框 14"/>
          <p:cNvSpPr>
            <a:spLocks noGrp="1"/>
          </p:cNvSpPr>
          <p:nvPr/>
        </p:nvSpPr>
        <p:spPr>
          <a:xfrm>
            <a:off x="-7620" y="5678805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g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文本框 16"/>
          <p:cNvSpPr>
            <a:spLocks noGrp="1"/>
          </p:cNvSpPr>
          <p:nvPr/>
        </p:nvSpPr>
        <p:spPr>
          <a:xfrm>
            <a:off x="-7620" y="6604635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h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Converted Presentation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Wingdings</vt:lpstr>
      <vt:lpstr>苹方-简</vt:lpstr>
      <vt:lpstr>微软雅黑</vt:lpstr>
      <vt:lpstr>方正雅意黑 GB18030L2</vt:lpstr>
      <vt:lpstr>宋体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赵泽临</cp:lastModifiedBy>
  <cp:revision>2</cp:revision>
  <dcterms:created xsi:type="dcterms:W3CDTF">2026-09-27T17:34:35Z</dcterms:created>
  <dcterms:modified xsi:type="dcterms:W3CDTF">2026-09-27T17:34:35Z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7E2F578094E26F1E7136B96A05A7061E_42</vt:lpwstr>
  </property>
  <property fmtid="{D5CDD505-2E9C-101B-9397-08002B2CF9AE}" pid="3" name="KSOProductBuildVer">
    <vt:lpwstr>2052-12.1.26046.26046</vt:lpwstr>
  </property>
</Properties>
</file>