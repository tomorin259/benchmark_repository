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6858000" cy="990346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74325" y="1320480"/>
            <a:ext cx="5512050" cy="3711901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45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74325" y="5141554"/>
            <a:ext cx="5512050" cy="2126285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17" name="页脚占位符 1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18" name="灯片编号占位符 1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52278"/>
            <a:ext cx="6170175" cy="6872735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119825" y="5557453"/>
            <a:ext cx="4369950" cy="1107332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33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119825" y="6664785"/>
            <a:ext cx="4369950" cy="125289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67875"/>
            <a:ext cx="2911950" cy="6857138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606525" y="2167875"/>
            <a:ext cx="2911950" cy="6857138"/>
          </a:xfrm>
        </p:spPr>
        <p:txBody>
          <a:bodyPr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42225" y="2027509"/>
            <a:ext cx="3005100" cy="597855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42225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3507609" y="2027509"/>
            <a:ext cx="3005100" cy="597855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3507609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/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2225" y="2245856"/>
            <a:ext cx="2943606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3572100" y="2245856"/>
            <a:ext cx="2940300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 hasCustomPrompt="1"/>
          </p:nvPr>
        </p:nvSpPr>
        <p:spPr>
          <a:xfrm>
            <a:off x="5757075" y="1320480"/>
            <a:ext cx="587250" cy="726264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1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514350" y="1320480"/>
            <a:ext cx="5157675" cy="7262640"/>
          </a:xfrm>
        </p:spPr>
        <p:txBody>
          <a:bodyPr vert="eaVert" lIns="46800" tIns="46800" rIns="46800" bIns="46800"/>
          <a:lstStyle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7" name="内容占位符 6"/>
          <p:cNvSpPr>
            <a:spLocks noGrp="1"/>
          </p:cNvSpPr>
          <p:nvPr>
            <p:ph idx="13"/>
          </p:nvPr>
        </p:nvSpPr>
        <p:spPr>
          <a:xfrm>
            <a:off x="342225" y="1117729"/>
            <a:ext cx="6172200" cy="7917681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74325" y="3462361"/>
            <a:ext cx="5512050" cy="1596013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45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3"/>
          </p:nvPr>
        </p:nvSpPr>
        <p:spPr>
          <a:xfrm>
            <a:off x="674325" y="5141554"/>
            <a:ext cx="5512050" cy="727824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800" spc="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2225" y="2152278"/>
            <a:ext cx="6170175" cy="6872735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3442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2315250" y="9118590"/>
            <a:ext cx="222750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49936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+mj-ea"/>
        </a:defRPr>
      </a:lvl1pPr>
    </p:titleStyle>
    <p:bodyStyle>
      <a:lvl1pPr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 panose="020B0604020202090204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4" Type="http://schemas.openxmlformats.org/officeDocument/2006/relationships/notesSlide" Target="../notesSlides/notesSlide1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0" name="图片 2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76835" y="1217295"/>
            <a:ext cx="6782400" cy="1130400"/>
          </a:xfrm>
          <a:prstGeom prst="rect">
            <a:avLst/>
          </a:prstGeom>
        </p:spPr>
      </p:pic>
      <p:pic>
        <p:nvPicPr>
          <p:cNvPr id="31" name="图片 1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245" y="4752975"/>
            <a:ext cx="6782400" cy="1130400"/>
          </a:xfrm>
          <a:prstGeom prst="rect">
            <a:avLst/>
          </a:prstGeom>
        </p:spPr>
      </p:pic>
      <p:pic>
        <p:nvPicPr>
          <p:cNvPr id="33" name="图片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6395" y="3487420"/>
            <a:ext cx="3931920" cy="655320"/>
          </a:xfrm>
          <a:prstGeom prst="rect">
            <a:avLst/>
          </a:prstGeom>
        </p:spPr>
      </p:pic>
      <p:pic>
        <p:nvPicPr>
          <p:cNvPr id="35" name="图片 1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491615" y="3491230"/>
            <a:ext cx="1483360" cy="1261745"/>
          </a:xfrm>
          <a:prstGeom prst="rect">
            <a:avLst/>
          </a:prstGeom>
        </p:spPr>
      </p:pic>
      <p:pic>
        <p:nvPicPr>
          <p:cNvPr id="36" name="图片 9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9855" y="3487420"/>
            <a:ext cx="1483200" cy="1260000"/>
          </a:xfrm>
          <a:prstGeom prst="rect">
            <a:avLst/>
          </a:prstGeom>
        </p:spPr>
      </p:pic>
      <p:pic>
        <p:nvPicPr>
          <p:cNvPr id="37" name="图片 2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6395" y="4137025"/>
            <a:ext cx="3931200" cy="655200"/>
          </a:xfrm>
          <a:prstGeom prst="rect">
            <a:avLst/>
          </a:prstGeom>
        </p:spPr>
      </p:pic>
      <p:pic>
        <p:nvPicPr>
          <p:cNvPr id="38" name="图片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35" y="0"/>
            <a:ext cx="6778800" cy="1255333"/>
          </a:xfrm>
          <a:prstGeom prst="rect">
            <a:avLst/>
          </a:prstGeom>
        </p:spPr>
      </p:pic>
      <p:sp>
        <p:nvSpPr>
          <p:cNvPr id="3" name="文本框 2"/>
          <p:cNvSpPr>
            <a:spLocks noGrp="1"/>
          </p:cNvSpPr>
          <p:nvPr/>
        </p:nvSpPr>
        <p:spPr>
          <a:xfrm>
            <a:off x="-7620" y="0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a</a:t>
            </a: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文本框 12"/>
          <p:cNvSpPr>
            <a:spLocks noGrp="1"/>
          </p:cNvSpPr>
          <p:nvPr/>
        </p:nvSpPr>
        <p:spPr>
          <a:xfrm>
            <a:off x="0" y="1265555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b</a:t>
            </a:r>
            <a:endParaRPr sz="1000" b="1"/>
          </a:p>
        </p:txBody>
      </p:sp>
      <p:sp>
        <p:nvSpPr>
          <p:cNvPr id="12" name="文本框 11"/>
          <p:cNvSpPr>
            <a:spLocks noGrp="1"/>
          </p:cNvSpPr>
          <p:nvPr/>
        </p:nvSpPr>
        <p:spPr>
          <a:xfrm>
            <a:off x="-7620" y="4752975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f</a:t>
            </a: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44" name="图片 27"/>
          <p:cNvPicPr>
            <a:picLocks noChangeAspect="1"/>
          </p:cNvPicPr>
          <p:nvPr/>
        </p:nvPicPr>
        <p:blipFill>
          <a:blip r:embed="rId8"/>
          <a:srcRect r="56891" b="9773"/>
          <a:stretch>
            <a:fillRect/>
          </a:stretch>
        </p:blipFill>
        <p:spPr>
          <a:xfrm>
            <a:off x="76200" y="2140585"/>
            <a:ext cx="3072130" cy="1346835"/>
          </a:xfrm>
          <a:prstGeom prst="rect">
            <a:avLst/>
          </a:prstGeom>
        </p:spPr>
      </p:pic>
      <p:sp>
        <p:nvSpPr>
          <p:cNvPr id="16" name="文本框 15"/>
          <p:cNvSpPr>
            <a:spLocks noGrp="1"/>
          </p:cNvSpPr>
          <p:nvPr/>
        </p:nvSpPr>
        <p:spPr>
          <a:xfrm>
            <a:off x="-7620" y="2176780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c</a:t>
            </a: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文本框 10"/>
          <p:cNvSpPr>
            <a:spLocks noGrp="1"/>
          </p:cNvSpPr>
          <p:nvPr/>
        </p:nvSpPr>
        <p:spPr>
          <a:xfrm>
            <a:off x="2822575" y="3487420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e</a:t>
            </a:r>
            <a:endParaRPr sz="1000" b="1"/>
          </a:p>
        </p:txBody>
      </p:sp>
      <p:sp>
        <p:nvSpPr>
          <p:cNvPr id="5" name="文本框 4"/>
          <p:cNvSpPr>
            <a:spLocks noGrp="1"/>
          </p:cNvSpPr>
          <p:nvPr/>
        </p:nvSpPr>
        <p:spPr>
          <a:xfrm>
            <a:off x="-7620" y="3487420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d</a:t>
            </a:r>
            <a:endParaRPr sz="10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48" name="图片 47"/>
          <p:cNvPicPr>
            <a:picLocks noChangeAspect="1"/>
          </p:cNvPicPr>
          <p:nvPr/>
        </p:nvPicPr>
        <p:blipFill>
          <a:blip r:embed="rId9"/>
          <a:srcRect t="8836" b="8931"/>
          <a:stretch>
            <a:fillRect/>
          </a:stretch>
        </p:blipFill>
        <p:spPr>
          <a:xfrm>
            <a:off x="3215640" y="2176780"/>
            <a:ext cx="3482340" cy="1203960"/>
          </a:xfrm>
          <a:prstGeom prst="rect">
            <a:avLst/>
          </a:prstGeom>
        </p:spPr>
      </p:pic>
      <p:pic>
        <p:nvPicPr>
          <p:cNvPr id="32" name="图片 20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55245" y="5678805"/>
            <a:ext cx="6782400" cy="1130400"/>
          </a:xfrm>
          <a:prstGeom prst="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11"/>
          <a:srcRect t="7837" b="5696"/>
          <a:stretch>
            <a:fillRect/>
          </a:stretch>
        </p:blipFill>
        <p:spPr>
          <a:xfrm>
            <a:off x="3128645" y="6717030"/>
            <a:ext cx="3709670" cy="1347470"/>
          </a:xfrm>
          <a:prstGeom prst="rect">
            <a:avLst/>
          </a:prstGeom>
        </p:spPr>
      </p:pic>
      <p:pic>
        <p:nvPicPr>
          <p:cNvPr id="34" name="图片 6"/>
          <p:cNvPicPr>
            <a:picLocks noChangeAspect="1"/>
          </p:cNvPicPr>
          <p:nvPr/>
        </p:nvPicPr>
        <p:blipFill>
          <a:blip r:embed="rId12"/>
          <a:srcRect r="57191"/>
          <a:stretch>
            <a:fillRect/>
          </a:stretch>
        </p:blipFill>
        <p:spPr>
          <a:xfrm>
            <a:off x="38100" y="6678930"/>
            <a:ext cx="3390900" cy="1517650"/>
          </a:xfrm>
          <a:prstGeom prst="rect">
            <a:avLst/>
          </a:prstGeom>
        </p:spPr>
      </p:pic>
      <p:sp>
        <p:nvSpPr>
          <p:cNvPr id="15" name="文本框 14"/>
          <p:cNvSpPr>
            <a:spLocks noGrp="1"/>
          </p:cNvSpPr>
          <p:nvPr/>
        </p:nvSpPr>
        <p:spPr>
          <a:xfrm>
            <a:off x="-7620" y="5678805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g</a:t>
            </a: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文本框 16"/>
          <p:cNvSpPr>
            <a:spLocks noGrp="1"/>
          </p:cNvSpPr>
          <p:nvPr/>
        </p:nvSpPr>
        <p:spPr>
          <a:xfrm>
            <a:off x="-7620" y="6604635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h</a:t>
            </a: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</Words>
  <Application>WPS 演示</Application>
  <PresentationFormat>Converted Presentation</PresentationFormat>
  <Paragraphs>16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5" baseType="lpstr">
      <vt:lpstr>Arial</vt:lpstr>
      <vt:lpstr>宋体</vt:lpstr>
      <vt:lpstr>Wingdings</vt:lpstr>
      <vt:lpstr>Arial</vt:lpstr>
      <vt:lpstr>Wingdings</vt:lpstr>
      <vt:lpstr>苹方-简</vt:lpstr>
      <vt:lpstr>微软雅黑</vt:lpstr>
      <vt:lpstr>方正雅意黑 GB18030L2</vt:lpstr>
      <vt:lpstr>宋体</vt:lpstr>
      <vt:lpstr>Arial Unicode MS</vt:lpstr>
      <vt:lpstr>Calibri</vt:lpstr>
      <vt:lpstr>Helvetica Neue</vt:lpstr>
      <vt:lpstr>汉仪书宋二KW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赵泽临</cp:lastModifiedBy>
  <cp:revision>2</cp:revision>
  <dcterms:created xsi:type="dcterms:W3CDTF">2026-09-27T17:34:35Z</dcterms:created>
  <dcterms:modified xsi:type="dcterms:W3CDTF">2026-09-27T17:34:35Z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7E2F578094E26F1E7136B96A05A7061E_42</vt:lpwstr>
  </property>
  <property fmtid="{D5CDD505-2E9C-101B-9397-08002B2CF9AE}" pid="3" name="KSOProductBuildVer">
    <vt:lpwstr>2052-12.1.26046.26046</vt:lpwstr>
  </property>
</Properties>
</file>