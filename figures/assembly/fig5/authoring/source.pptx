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Image refresh: 2026-09-09</a:t>
            </a:r>
          </a:p>
          <a:p>
            <a:r>
              <a:t>Source package: /mnt/second19T/zhaozelin/velocity/plot/gene_to_use/branching_total_results_from_final_genes.py</a:t>
            </a:r>
          </a:p>
          <a:p>
            <a:r>
              <a:t>This refresh changes embedded PPT images only; paper TeX/source content was not edited.</a:t>
            </a:r>
          </a:p>
          <a:p>
            <a:r>
              <a:t>Fig. 4H naming fix: /Users/tomorin/Downloads/test1_1/.pptx_update_build_20260909/assets/real/fig4h/branching_combined_from_final_genes.png</a:t>
            </a:r>
          </a:p>
          <a:p>
            <a:r>
              <a:t>Preserved: Only the Fig. 4H summary image was refreshed for the current method naming and embedded without cropping; all other images, text, and layout were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27509"/>
            <a:ext cx="3005100" cy="597855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27509"/>
            <a:ext cx="3005100" cy="597855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462361"/>
            <a:ext cx="5512050" cy="159601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72782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0" name="图片 2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835" y="1217295"/>
            <a:ext cx="6782400" cy="1130400"/>
          </a:xfrm>
          <a:prstGeom prst="rect">
            <a:avLst/>
          </a:prstGeom>
        </p:spPr>
      </p:pic>
      <p:pic>
        <p:nvPicPr>
          <p:cNvPr id="31" name="图片 1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245" y="4752975"/>
            <a:ext cx="6782400" cy="1130400"/>
          </a:xfrm>
          <a:prstGeom prst="rect">
            <a:avLst/>
          </a:prstGeom>
        </p:spPr>
      </p:pic>
      <p:pic>
        <p:nvPicPr>
          <p:cNvPr id="3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6395" y="3487420"/>
            <a:ext cx="3931920" cy="655320"/>
          </a:xfrm>
          <a:prstGeom prst="rect">
            <a:avLst/>
          </a:prstGeom>
        </p:spPr>
      </p:pic>
      <p:pic>
        <p:nvPicPr>
          <p:cNvPr id="35" name="图片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491615" y="3491230"/>
            <a:ext cx="1483360" cy="1261745"/>
          </a:xfrm>
          <a:prstGeom prst="rect">
            <a:avLst/>
          </a:prstGeom>
        </p:spPr>
      </p:pic>
      <p:pic>
        <p:nvPicPr>
          <p:cNvPr id="36" name="图片 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9855" y="3487420"/>
            <a:ext cx="1483200" cy="1260000"/>
          </a:xfrm>
          <a:prstGeom prst="rect">
            <a:avLst/>
          </a:prstGeom>
        </p:spPr>
      </p:pic>
      <p:pic>
        <p:nvPicPr>
          <p:cNvPr id="37" name="图片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6395" y="4137025"/>
            <a:ext cx="3931200" cy="655200"/>
          </a:xfrm>
          <a:prstGeom prst="rect">
            <a:avLst/>
          </a:prstGeom>
        </p:spPr>
      </p:pic>
      <p:pic>
        <p:nvPicPr>
          <p:cNvPr id="38" name="图片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35" y="0"/>
            <a:ext cx="6778800" cy="1255333"/>
          </a:xfrm>
          <a:prstGeom prst="rect">
            <a:avLst/>
          </a:prstGeom>
        </p:spPr>
      </p:pic>
      <p:sp>
        <p:nvSpPr>
          <p:cNvPr id="3" name="文本框 2"/>
          <p:cNvSpPr>
            <a:spLocks noGrp="1"/>
          </p:cNvSpPr>
          <p:nvPr/>
        </p:nvSpPr>
        <p:spPr>
          <a:xfrm>
            <a:off x="-7620" y="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0" y="126555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b</a:t>
            </a:r>
            <a:endParaRPr sz="1000" b="1"/>
          </a:p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-7620" y="475297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f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44" name="图片 27"/>
          <p:cNvPicPr>
            <a:picLocks noChangeAspect="1"/>
          </p:cNvPicPr>
          <p:nvPr/>
        </p:nvPicPr>
        <p:blipFill>
          <a:blip r:embed="rId8"/>
          <a:srcRect r="56891" b="9773"/>
          <a:stretch>
            <a:fillRect/>
          </a:stretch>
        </p:blipFill>
        <p:spPr>
          <a:xfrm>
            <a:off x="76200" y="2140585"/>
            <a:ext cx="3072130" cy="1346835"/>
          </a:xfrm>
          <a:prstGeom prst="rect">
            <a:avLst/>
          </a:prstGeom>
        </p:spPr>
      </p:pic>
      <p:sp>
        <p:nvSpPr>
          <p:cNvPr id="16" name="文本框 15"/>
          <p:cNvSpPr>
            <a:spLocks noGrp="1"/>
          </p:cNvSpPr>
          <p:nvPr/>
        </p:nvSpPr>
        <p:spPr>
          <a:xfrm>
            <a:off x="-7620" y="217678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c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2822575" y="348742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e</a:t>
            </a:r>
            <a:endParaRPr sz="1000" b="1"/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-7620" y="348742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d</a:t>
            </a:r>
            <a:endParaRPr sz="10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48" name="图片 47"/>
          <p:cNvPicPr>
            <a:picLocks noChangeAspect="1"/>
          </p:cNvPicPr>
          <p:nvPr/>
        </p:nvPicPr>
        <p:blipFill>
          <a:blip r:embed="rId9"/>
          <a:srcRect t="8836" b="8931"/>
          <a:stretch>
            <a:fillRect/>
          </a:stretch>
        </p:blipFill>
        <p:spPr>
          <a:xfrm>
            <a:off x="3215640" y="2176780"/>
            <a:ext cx="3482340" cy="1203960"/>
          </a:xfrm>
          <a:prstGeom prst="rect">
            <a:avLst/>
          </a:prstGeom>
        </p:spPr>
      </p:pic>
      <p:pic>
        <p:nvPicPr>
          <p:cNvPr id="32" name="图片 20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55245" y="5678805"/>
            <a:ext cx="6782400" cy="1130400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11"/>
          <a:srcRect t="7837" b="5696"/>
          <a:stretch>
            <a:fillRect/>
          </a:stretch>
        </p:blipFill>
        <p:spPr>
          <a:xfrm>
            <a:off x="3128645" y="6717030"/>
            <a:ext cx="3709670" cy="1347470"/>
          </a:xfrm>
          <a:prstGeom prst="rect">
            <a:avLst/>
          </a:prstGeom>
        </p:spPr>
      </p:pic>
      <p:pic>
        <p:nvPicPr>
          <p:cNvPr id="34" name="图片 6"/>
          <p:cNvPicPr>
            <a:picLocks noChangeAspect="1"/>
          </p:cNvPicPr>
          <p:nvPr/>
        </p:nvPicPr>
        <p:blipFill>
          <a:blip r:embed="rId12"/>
          <a:srcRect r="57191"/>
          <a:stretch>
            <a:fillRect/>
          </a:stretch>
        </p:blipFill>
        <p:spPr>
          <a:xfrm>
            <a:off x="38100" y="6678930"/>
            <a:ext cx="3390900" cy="1517650"/>
          </a:xfrm>
          <a:prstGeom prst="rect">
            <a:avLst/>
          </a:prstGeom>
        </p:spPr>
      </p:pic>
      <p:sp>
        <p:nvSpPr>
          <p:cNvPr id="15" name="文本框 14"/>
          <p:cNvSpPr>
            <a:spLocks noGrp="1"/>
          </p:cNvSpPr>
          <p:nvPr/>
        </p:nvSpPr>
        <p:spPr>
          <a:xfrm>
            <a:off x="-7620" y="567880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g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文本框 16"/>
          <p:cNvSpPr>
            <a:spLocks noGrp="1"/>
          </p:cNvSpPr>
          <p:nvPr/>
        </p:nvSpPr>
        <p:spPr>
          <a:xfrm>
            <a:off x="-7620" y="660463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h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WPS 演示</Application>
  <PresentationFormat>Converted Presentation</PresentationFormat>
  <Paragraphs>16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宋体</vt:lpstr>
      <vt:lpstr>Wingdings</vt:lpstr>
      <vt:lpstr>Arial</vt:lpstr>
      <vt:lpstr>Wingdings</vt:lpstr>
      <vt:lpstr>苹方-简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2</cp:revision>
  <dcterms:created xsi:type="dcterms:W3CDTF">2026-09-27T17:34:35Z</dcterms:created>
  <dcterms:modified xsi:type="dcterms:W3CDTF">2026-09-27T17:34:35Z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7E2F578094E26F1E7136B96A05A7061E_42</vt:lpwstr>
  </property>
  <property fmtid="{D5CDD505-2E9C-101B-9397-08002B2CF9AE}" pid="3" name="KSOProductBuildVer">
    <vt:lpwstr>2052-12.1.26046.26046</vt:lpwstr>
  </property>
</Properties>
</file>