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3460" type="A4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3741360"/>
            <a:ext cx="5486400" cy="143052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4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028700" y="5446980"/>
            <a:ext cx="4800600" cy="11004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685800" y="4126500"/>
            <a:ext cx="5486400" cy="165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0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85763" y="770280"/>
            <a:ext cx="6086475" cy="12104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385763" y="2751000"/>
            <a:ext cx="6086475" cy="6162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385763" y="770280"/>
            <a:ext cx="6086475" cy="12104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385763" y="2751000"/>
            <a:ext cx="2828925" cy="6162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3643313" y="2751000"/>
            <a:ext cx="2828925" cy="6162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385763" y="770280"/>
            <a:ext cx="6086475" cy="12104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3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385763" y="2751000"/>
            <a:ext cx="2828925" cy="616224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2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865"/>
              </a:spcAft>
              <a:buChar char="•"/>
              <a:defRPr sz="169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585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38125" indent="-238125" algn="l">
        <a:lnSpc>
          <a:spcPct val="90000"/>
        </a:lnSpc>
        <a:spcBef>
          <a:spcPts val="1040"/>
        </a:spcBef>
        <a:buChar char="•"/>
        <a:defRPr sz="2915">
          <a:solidFill>
            <a:schemeClr val="tx1"/>
          </a:solidFill>
          <a:latin typeface="+mn-lt"/>
          <a:ea typeface="+mn-lt"/>
          <a:cs typeface="+mn-lt"/>
        </a:defRPr>
      </a:lvl1pPr>
      <a:lvl2pPr marL="714375" indent="-238125" algn="l">
        <a:lnSpc>
          <a:spcPct val="90000"/>
        </a:lnSpc>
        <a:spcBef>
          <a:spcPts val="520"/>
        </a:spcBef>
        <a:buChar char="•"/>
        <a:defRPr sz="2500">
          <a:solidFill>
            <a:schemeClr val="tx1"/>
          </a:solidFill>
          <a:latin typeface="+mn-lt"/>
          <a:ea typeface="+mn-lt"/>
          <a:cs typeface="+mn-lt"/>
        </a:defRPr>
      </a:lvl2pPr>
      <a:lvl3pPr marL="1190625" indent="-238125" algn="l">
        <a:lnSpc>
          <a:spcPct val="90000"/>
        </a:lnSpc>
        <a:spcBef>
          <a:spcPts val="520"/>
        </a:spcBef>
        <a:buChar char="•"/>
        <a:defRPr sz="2085">
          <a:solidFill>
            <a:schemeClr val="tx1"/>
          </a:solidFill>
          <a:latin typeface="+mn-lt"/>
          <a:ea typeface="+mn-lt"/>
          <a:cs typeface="+mn-lt"/>
        </a:defRPr>
      </a:lvl3pPr>
      <a:lvl4pPr marL="1666875" indent="-238125" algn="l">
        <a:lnSpc>
          <a:spcPct val="90000"/>
        </a:lnSpc>
        <a:spcBef>
          <a:spcPts val="520"/>
        </a:spcBef>
        <a:buChar char="•"/>
        <a:defRPr sz="1875">
          <a:solidFill>
            <a:schemeClr val="tx1"/>
          </a:solidFill>
          <a:latin typeface="+mn-lt"/>
          <a:ea typeface="+mn-lt"/>
          <a:cs typeface="+mn-lt"/>
        </a:defRPr>
      </a:lvl4pPr>
      <a:lvl5pPr marL="2143125" indent="-238125" algn="l">
        <a:lnSpc>
          <a:spcPct val="90000"/>
        </a:lnSpc>
        <a:spcBef>
          <a:spcPts val="520"/>
        </a:spcBef>
        <a:buChar char="•"/>
        <a:defRPr sz="1875">
          <a:solidFill>
            <a:schemeClr val="tx1"/>
          </a:solidFill>
          <a:latin typeface="+mn-lt"/>
          <a:ea typeface="+mn-lt"/>
          <a:cs typeface="+mn-lt"/>
        </a:defRPr>
      </a:lvl5pPr>
      <a:lvl6pPr marL="2619375" indent="-238125" algn="l">
        <a:lnSpc>
          <a:spcPct val="90000"/>
        </a:lnSpc>
        <a:spcBef>
          <a:spcPts val="520"/>
        </a:spcBef>
        <a:buChar char="•"/>
        <a:defRPr sz="1875">
          <a:solidFill>
            <a:schemeClr val="tx1"/>
          </a:solidFill>
          <a:latin typeface="+mn-lt"/>
          <a:ea typeface="+mn-lt"/>
          <a:cs typeface="+mn-lt"/>
        </a:defRPr>
      </a:lvl6pPr>
      <a:lvl7pPr marL="3095625" indent="-238125" algn="l">
        <a:lnSpc>
          <a:spcPct val="90000"/>
        </a:lnSpc>
        <a:spcBef>
          <a:spcPts val="520"/>
        </a:spcBef>
        <a:buChar char="•"/>
        <a:defRPr sz="1875">
          <a:solidFill>
            <a:schemeClr val="tx1"/>
          </a:solidFill>
          <a:latin typeface="+mn-lt"/>
          <a:ea typeface="+mn-lt"/>
          <a:cs typeface="+mn-lt"/>
        </a:defRPr>
      </a:lvl7pPr>
      <a:lvl8pPr marL="3571875" indent="-238125" algn="l">
        <a:lnSpc>
          <a:spcPct val="90000"/>
        </a:lnSpc>
        <a:spcBef>
          <a:spcPts val="520"/>
        </a:spcBef>
        <a:buChar char="•"/>
        <a:defRPr sz="1875">
          <a:solidFill>
            <a:schemeClr val="tx1"/>
          </a:solidFill>
          <a:latin typeface="+mn-lt"/>
          <a:ea typeface="+mn-lt"/>
          <a:cs typeface="+mn-lt"/>
        </a:defRPr>
      </a:lvl8pPr>
      <a:lvl9pPr marL="4048125" indent="-238125" algn="l">
        <a:lnSpc>
          <a:spcPct val="90000"/>
        </a:lnSpc>
        <a:spcBef>
          <a:spcPts val="520"/>
        </a:spcBef>
        <a:buChar char="•"/>
        <a:defRPr sz="187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1pPr>
      <a:lvl2pPr marL="47625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2pPr>
      <a:lvl3pPr marL="95250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3pPr>
      <a:lvl4pPr marL="142875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4pPr>
      <a:lvl5pPr marL="190500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5pPr>
      <a:lvl6pPr marL="238125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6pPr>
      <a:lvl7pPr marL="285750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7pPr>
      <a:lvl8pPr marL="333375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8pPr>
      <a:lvl9pPr marL="3810000" algn="l">
        <a:buNone/>
        <a:defRPr sz="187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47"/>
            <a:ext cx="2286000" cy="192881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-247"/>
            <a:ext cx="2286000" cy="19288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5"/>
            <a:ext cx="2286000" cy="192780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28565"/>
            <a:ext cx="2286000" cy="192881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928565"/>
            <a:ext cx="2286000" cy="192881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928565"/>
            <a:ext cx="2286000" cy="19288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Converted Presentation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赵泽临</cp:lastModifiedBy>
  <cp:revision>1</cp:revision>
  <dcterms:created xsi:type="dcterms:W3CDTF">2026-10-18T18:05:25Z</dcterms:created>
  <dcterms:modified xsi:type="dcterms:W3CDTF">2026-10-18T18:05:25Z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D20D60CA4785545C650AD56ACA7999B1_42</vt:lpwstr>
  </property>
  <property fmtid="{D5CDD505-2E9C-101B-9397-08002B2CF9AE}" pid="3" name="KSOProductBuildVer">
    <vt:lpwstr>2052-12.1.26046.26046</vt:lpwstr>
  </property>
</Properties>
</file>