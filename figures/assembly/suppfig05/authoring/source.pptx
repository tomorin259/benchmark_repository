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c919ef601c4a7b" /><Relationship Type="http://schemas.openxmlformats.org/officeDocument/2006/relationships/extended-properties" Target="/docProps/app.xml" Id="Rbded1059cd1b4d17" /><Relationship Type="http://schemas.openxmlformats.org/officeDocument/2006/relationships/officeDocument" Target="/ppt/presentation.xml" Id="R82f6d85550304d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fc5ee43f044ef1"/>
  </p:sldMasterIdLst>
  <p:notesMasterIdLst>
    <p:notesMasterId xmlns:r="http://schemas.openxmlformats.org/officeDocument/2006/relationships" r:id="Rf38f7400ffb74976"/>
  </p:notesMasterIdLst>
  <p:sldIdLst>
    <p:sldId xmlns:r="http://schemas.openxmlformats.org/officeDocument/2006/relationships" id="256" r:id="Ra3102337c38c46c5"/>
  </p:sldIdLst>
  <p:sldSz cx="6858000" cy="99034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360000" cy="360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a10d9761d24c4c" /><Relationship Type="http://schemas.openxmlformats.org/officeDocument/2006/relationships/slideMaster" Target="/ppt/slideMasters/slideMaster1.xml" Id="Re9fc5ee43f044ef1" /><Relationship Type="http://schemas.openxmlformats.org/officeDocument/2006/relationships/notesMaster" Target="/ppt/notesMasters/notesMaster1.xml" Id="Rf38f7400ffb74976" /><Relationship Type="http://schemas.openxmlformats.org/officeDocument/2006/relationships/presProps" Target="/ppt/presProps.xml" Id="R3e5e85ee68004a57" /><Relationship Type="http://schemas.openxmlformats.org/officeDocument/2006/relationships/viewProps" Target="/ppt/viewProps.xml" Id="R1d475ca775234a41" /><Relationship Type="http://schemas.openxmlformats.org/officeDocument/2006/relationships/tableStyles" Target="/ppt/tableStyles.xml" Id="R05c6fac92e1c4e86" /><Relationship Type="http://schemas.openxmlformats.org/officeDocument/2006/relationships/slide" Target="/ppt/slides/slide1.xml" Id="Ra3102337c38c46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763e844daf40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428ba7b1424b8a" /><Relationship Type="http://schemas.openxmlformats.org/officeDocument/2006/relationships/notesMaster" Target="/ppt/notesMasters/notesMaster1.xml" Id="R422661aaea6644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c77b03f9e4b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49b6f219f243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9d3180f564b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b59e523d64d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5fd11319f43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eeac7727e245c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a2ebd57934c7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0abeac2334d2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170b33c079408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b162c9daf4fa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287849f69421f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DB99990-65E9-4CDF-819C-0FE74C2BBF7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74325" y="1320480"/>
            <a:ext cx="5512050" cy="3711901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1D73686-2356-41E1-BF65-CC5F915120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74325" y="5141554"/>
            <a:ext cx="5512050" cy="2126285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7D20A217-5FF9-4AFD-A226-CA2F07145B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538B22C4-51A8-45E7-80F6-787A371D2D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A93879BB-0250-4695-9D27-248084A35A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0BA980E-FFEA-4F01-BD42-EF4158E4D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8C9705A-C092-4E6D-BACC-8E086F61DD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52278"/>
            <a:ext cx="6170175" cy="6872735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514BF03-8492-4B0B-9F32-C4FD3F0FEA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FDC03A7-F53A-4C76-95A3-2865637C58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21ACC7E-971B-46C8-8A14-D8CDC6633D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26653C-EC6C-47C8-AD2F-667E085E83F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19825" y="5557453"/>
            <a:ext cx="4369950" cy="1107332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33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E543B70-EA39-4226-937E-5250EE9E87E7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119825" y="6664785"/>
            <a:ext cx="4369950" cy="1252896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3DE0E50-E955-4F89-956E-DA8D2775C1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3DDF980-CC1F-449B-AE27-7005BC247E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45F8A2-9A63-4940-824D-4B7BF9CD3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4AFD078-51FD-47C1-AA20-948A43684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752A294-C530-43E2-8745-A8CA66CDBE4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67875"/>
            <a:ext cx="2911950" cy="685713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54AA759-B86F-454E-9BF6-0005140DDF8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606525" y="2167875"/>
            <a:ext cx="2911950" cy="6857138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EEA7D1F-11BB-476D-9354-0CEDB6432E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5FD16DA-7CA2-463E-B874-4B7AB066B8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D280A2A-E50E-40A8-BC64-EFA3E82D02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66E5D75-90AC-422D-A437-8D9D3A698B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90D562F-83A9-42CE-8202-A34C30D769D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42225" y="2027509"/>
            <a:ext cx="3005100" cy="597855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7FF2F6E-AC68-4862-8298-3829E8755EA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2225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1BB8B3C-CAE6-4965-AFED-3C12EA1364D5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3507609" y="2027509"/>
            <a:ext cx="3005100" cy="597855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246F5E3-F2D5-45D3-9D42-2DB42AE5870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3507609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4E82EC9-CBF6-47C8-99FF-18D00A824C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6B50566-FF50-4C97-961F-7684C6A2C1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A31B62E-7519-4E0B-9BD2-D6F9FEA78C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6C1F832-F3D7-4CE6-918A-FA212F9D0B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D5858A8-F66E-4AF8-A48C-86565F9E72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D052574-F366-4D5F-A367-F442404B14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A7FB9EB-B6C1-408E-9134-12EF62F223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5B4303A-7EE9-41E7-BFBF-E7EDB45749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056B674-BB66-4F97-82D3-3220CEB6DA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711585B-B640-4B93-B650-CB67F81458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B5C05DB-EF26-492B-A39F-E628BC51E59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42225" y="2245856"/>
            <a:ext cx="2943606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58EB817-0E23-488C-AD72-314BC96ED4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572100" y="2245856"/>
            <a:ext cx="2940300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EA03090-E294-41D7-B1F7-0ACBFFAD8E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19236A3-8A1F-4F1E-85BB-18EC96C981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B399281-06E7-43B5-A5FA-4C641948ED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8B4E8D5C-2910-4DDE-B777-CEB0A1A6E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035C162-24E5-40D3-ACF5-3304B4994C5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757075" y="1320480"/>
            <a:ext cx="587250" cy="726264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BA234B-CC29-4DB8-92BD-A9C199E2AF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320480"/>
            <a:ext cx="5157675" cy="726264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171450" indent="-171450">
              <a:spcAft>
                <a:spcPts val="1000"/>
              </a:spcAft>
              <a:buNone/>
              <a:defRPr spc="300"/>
            </a:lvl1pPr>
            <a:lvl2pPr marL="514350" indent="-171450">
              <a:buNone/>
              <a:defRPr spc="300"/>
            </a:lvl2pPr>
            <a:lvl3pPr marL="857250" indent="-171450">
              <a:buNone/>
              <a:defRPr spc="300"/>
            </a:lvl3pPr>
            <a:lvl4pPr marL="1200150" indent="-171450">
              <a:buNone/>
              <a:defRPr spc="300"/>
            </a:lvl4pPr>
            <a:lvl5pPr marL="1543050" indent="-17145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47E1122-89EC-453C-A327-6A3D9B6FC9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4FDF0F2-6E48-4A15-8E43-A71E26ED7C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EA165A2-EBF3-48C8-B2E9-3C05BF7A7D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45FE0CF-42AD-4810-B34B-7DC93BD78D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56DBD0A-EEF0-43FA-8ABC-4509B5FAFC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5A69A0E-7E0A-4E13-8899-1C9A337417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38472523-03B9-4502-9708-706C8D530546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342225" y="1117729"/>
            <a:ext cx="6172200" cy="79176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FE9E395-6E5B-464D-B05B-A554A7BD5F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4FE81B5-55FC-47F2-875D-B6E020BD8A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5359F34-0759-441F-B12C-64BC340BDC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4776962-2D5A-437D-8F29-2EE39860259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4325" y="3462361"/>
            <a:ext cx="5512050" cy="1596013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1263A011-6415-4911-A859-39E46C89E38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4325" y="5141554"/>
            <a:ext cx="5512050" cy="727824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18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36887409f54eff" /><Relationship Type="http://schemas.openxmlformats.org/officeDocument/2006/relationships/slideLayout" Target="/ppt/slideLayouts/slideLayout1.xml" Id="R6581b303a21c408e" /><Relationship Type="http://schemas.openxmlformats.org/officeDocument/2006/relationships/slideLayout" Target="/ppt/slideLayouts/slideLayout2.xml" Id="Ra9b2b578d8e444ef" /><Relationship Type="http://schemas.openxmlformats.org/officeDocument/2006/relationships/slideLayout" Target="/ppt/slideLayouts/slideLayout3.xml" Id="R9a0ceacbe6a6403e" /><Relationship Type="http://schemas.openxmlformats.org/officeDocument/2006/relationships/slideLayout" Target="/ppt/slideLayouts/slideLayout4.xml" Id="Rc85488dbb3a94737" /><Relationship Type="http://schemas.openxmlformats.org/officeDocument/2006/relationships/slideLayout" Target="/ppt/slideLayouts/slideLayout5.xml" Id="R63dac281f95547ee" /><Relationship Type="http://schemas.openxmlformats.org/officeDocument/2006/relationships/slideLayout" Target="/ppt/slideLayouts/slideLayout6.xml" Id="Reff033353d6c4316" /><Relationship Type="http://schemas.openxmlformats.org/officeDocument/2006/relationships/slideLayout" Target="/ppt/slideLayouts/slideLayout7.xml" Id="Rf9282574da934fd5" /><Relationship Type="http://schemas.openxmlformats.org/officeDocument/2006/relationships/slideLayout" Target="/ppt/slideLayouts/slideLayout8.xml" Id="R3c290c25e37643e2" /><Relationship Type="http://schemas.openxmlformats.org/officeDocument/2006/relationships/slideLayout" Target="/ppt/slideLayouts/slideLayout9.xml" Id="Ref7a7357bbf64586" /><Relationship Type="http://schemas.openxmlformats.org/officeDocument/2006/relationships/slideLayout" Target="/ppt/slideLayouts/slideLayout10.xml" Id="R92233fae4618471d" /><Relationship Type="http://schemas.openxmlformats.org/officeDocument/2006/relationships/slideLayout" Target="/ppt/slideLayouts/slideLayout11.xml" Id="R4d6f609668ac4d1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141BCAF-6B65-4097-8148-D85317249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B38C2AF-9F36-4A88-94DF-2832DC9711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225" y="2152278"/>
            <a:ext cx="6170175" cy="6872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F5982DA-E82A-4F40-8E01-7AE541C942F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442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938D718-81F6-4216-9D52-13A9058E43D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315250" y="9118590"/>
            <a:ext cx="222750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FC8CE93-671A-4FC6-B964-24D704E216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9936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81b303a21c408e"/>
    <p:sldLayoutId xmlns:r="http://schemas.openxmlformats.org/officeDocument/2006/relationships" id="2147483650" r:id="Ra9b2b578d8e444ef"/>
    <p:sldLayoutId xmlns:r="http://schemas.openxmlformats.org/officeDocument/2006/relationships" id="2147483651" r:id="R9a0ceacbe6a6403e"/>
    <p:sldLayoutId xmlns:r="http://schemas.openxmlformats.org/officeDocument/2006/relationships" id="2147483652" r:id="Rc85488dbb3a94737"/>
    <p:sldLayoutId xmlns:r="http://schemas.openxmlformats.org/officeDocument/2006/relationships" id="2147483653" r:id="R63dac281f95547ee"/>
    <p:sldLayoutId xmlns:r="http://schemas.openxmlformats.org/officeDocument/2006/relationships" id="2147483654" r:id="Reff033353d6c4316"/>
    <p:sldLayoutId xmlns:r="http://schemas.openxmlformats.org/officeDocument/2006/relationships" id="2147483655" r:id="Rf9282574da934fd5"/>
    <p:sldLayoutId xmlns:r="http://schemas.openxmlformats.org/officeDocument/2006/relationships" id="2147483656" r:id="R3c290c25e37643e2"/>
    <p:sldLayoutId xmlns:r="http://schemas.openxmlformats.org/officeDocument/2006/relationships" id="2147483657" r:id="Ref7a7357bbf64586"/>
    <p:sldLayoutId xmlns:r="http://schemas.openxmlformats.org/officeDocument/2006/relationships" id="2147483658" r:id="R92233fae4618471d"/>
    <p:sldLayoutId xmlns:r="http://schemas.openxmlformats.org/officeDocument/2006/relationships" id="2147483659" r:id="R4d6f609668ac4d11"/>
  </p:sldLayoutIdLst>
  <p:txStyles>
    <p:titleStyle>
      <a:lvl1pPr xmlns:a="http://schemas.openxmlformats.org/drawingml/2006/main" algn="l" defTabSz="685800">
        <a:lnSpc>
          <a:spcPct val="100000"/>
        </a:lnSpc>
        <a:spcBef>
          <a:spcPct val="0"/>
        </a:spcBef>
        <a:buNone/>
        <a:defRPr sz="27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xmlns:a="http://schemas.openxmlformats.org/drawingml/2006/main" marL="171450" indent="-171450" algn="l" defTabSz="6858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3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207135" algn="l"/>
          <a:tab pos="1207135" algn="l"/>
          <a:tab pos="1207135" algn="l"/>
          <a:tab pos="1207135" algn="l"/>
        </a:tabLst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3372ab3ca4a5c" /><Relationship Type="http://schemas.openxmlformats.org/officeDocument/2006/relationships/image" Target="/ppt/media/image.png" Id="R4bb795ede4d54f09" /><Relationship Type="http://schemas.openxmlformats.org/officeDocument/2006/relationships/image" Target="/ppt/media/image2.png" Id="R7fae7d69feca43c6" /><Relationship Type="http://schemas.openxmlformats.org/officeDocument/2006/relationships/image" Target="/ppt/media/image3.png" Id="R9cdad59c087e4361" /><Relationship Type="http://schemas.openxmlformats.org/officeDocument/2006/relationships/image" Target="/ppt/media/image4.png" Id="R71c81bc4a5e04e4f" /><Relationship Type="http://schemas.openxmlformats.org/officeDocument/2006/relationships/image" Target="/ppt/media/image5.png" Id="R48e70bd7dc024285" /><Relationship Type="http://schemas.openxmlformats.org/officeDocument/2006/relationships/image" Target="/ppt/media/image6.png" Id="Re2303eedc53c41b1" /><Relationship Type="http://schemas.openxmlformats.org/officeDocument/2006/relationships/image" Target="/ppt/media/image7.png" Id="Re412502c0aff4a6b" /><Relationship Type="http://schemas.openxmlformats.org/officeDocument/2006/relationships/image" Target="/ppt/media/image8.png" Id="Rcad2994034cc427c" /><Relationship Type="http://schemas.openxmlformats.org/officeDocument/2006/relationships/notesSlide" Target="/ppt/notesSlides/notesSlide1.xml" Id="R5e9b164022e94e2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795ede4d54f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858000" cy="145669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B5CBAB2-3B32-44C8-B611-816E3377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985" y="0"/>
            <a:ext cx="8382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300" b="1">
                <a:latin typeface="Arial"/>
                <a:ea typeface="Arial"/>
                <a:cs typeface="Arial"/>
              </a:rPr>
              <a:t>a</a:t>
            </a:r>
            <a:endParaRPr sz="1300" b="1">
              <a:latin typeface="Arial"/>
              <a:ea typeface="Arial"/>
              <a:cs typeface="Arial"/>
            </a:endParaRPr>
          </a:p>
        </p:txBody>
      </p:sp>
      <p:pic>
        <p:nvPicPr>
          <p:cNvPr id="4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e7d69feca43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1440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4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ad59c087e43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2412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42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81bc4a5e04e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3384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4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70bd7dc0242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4356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44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03eedc53c41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5328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45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2502c0aff4a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6300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46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2994034cc42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7272000"/>
            <a:ext cx="6778800" cy="11298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87958413-6E15-40AE-874E-7B71088D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985" y="1351915"/>
            <a:ext cx="8382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300" b="1">
                <a:latin typeface="Arial"/>
                <a:ea typeface="Arial"/>
                <a:cs typeface="Arial"/>
              </a:rPr>
              <a:t>b</a:t>
            </a:r>
            <a:endParaRPr sz="1300" b="1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6347179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2026-09-27T11:53:52.9510000Z</dcterms:created>
  <dcterms:modified xsi:type="dcterms:W3CDTF">2026-09-27T11:53:52.9510000Z</dcterms:modified>
</coreProperties>
</file>