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c919ef601c4a7b" /><Relationship Type="http://schemas.openxmlformats.org/officeDocument/2006/relationships/extended-properties" Target="/docProps/app.xml" Id="Rbded1059cd1b4d17" /><Relationship Type="http://schemas.openxmlformats.org/officeDocument/2006/relationships/officeDocument" Target="/ppt/presentation.xml" Id="R82f6d85550304d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fc5ee43f044ef1"/>
  </p:sldMasterIdLst>
  <p:notesMasterIdLst>
    <p:notesMasterId xmlns:r="http://schemas.openxmlformats.org/officeDocument/2006/relationships" r:id="Rf38f7400ffb74976"/>
  </p:notesMasterIdLst>
  <p:sldIdLst>
    <p:sldId xmlns:r="http://schemas.openxmlformats.org/officeDocument/2006/relationships" id="256" r:id="Ra3102337c38c46c5"/>
  </p:sldIdLst>
  <p:sldSz cx="6858000" cy="990346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360000" cy="3600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a10d9761d24c4c" /><Relationship Type="http://schemas.openxmlformats.org/officeDocument/2006/relationships/slideMaster" Target="/ppt/slideMasters/slideMaster1.xml" Id="Re9fc5ee43f044ef1" /><Relationship Type="http://schemas.openxmlformats.org/officeDocument/2006/relationships/notesMaster" Target="/ppt/notesMasters/notesMaster1.xml" Id="Rf38f7400ffb74976" /><Relationship Type="http://schemas.openxmlformats.org/officeDocument/2006/relationships/presProps" Target="/ppt/presProps.xml" Id="R3e5e85ee68004a57" /><Relationship Type="http://schemas.openxmlformats.org/officeDocument/2006/relationships/viewProps" Target="/ppt/viewProps.xml" Id="R1d475ca775234a41" /><Relationship Type="http://schemas.openxmlformats.org/officeDocument/2006/relationships/tableStyles" Target="/ppt/tableStyles.xml" Id="R05c6fac92e1c4e86" /><Relationship Type="http://schemas.openxmlformats.org/officeDocument/2006/relationships/slide" Target="/ppt/slides/slide1.xml" Id="Ra3102337c38c46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763e844daf40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428ba7b1424b8a" /><Relationship Type="http://schemas.openxmlformats.org/officeDocument/2006/relationships/notesMaster" Target="/ppt/notesMasters/notesMaster1.xml" Id="R422661aaea6644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Image refresh: 2026-09-09</a:t>
            </a:r>
          </a:p>
          <a:p xmlns:a="http://schemas.openxmlformats.org/drawingml/2006/main">
            <a:r>
              <a:t>Source package: /mnt/second19T/zhaozelin/velocity/benchmark_repository/evaluation/gene/figures/current_gene_assets_log1p005_20260909</a:t>
            </a:r>
          </a:p>
          <a:p xmlns:a="http://schemas.openxmlformats.org/drawingml/2006/main">
            <a:r>
              <a:t>This refresh changes embedded PPT images only; paper TeX/source content was not edited.</a:t>
            </a:r>
          </a:p>
          <a:p xmlns:a="http://schemas.openxmlformats.org/drawingml/2006/main">
            <a:r>
              <a:t>Supp. Fig. 5 fixed summary: /Users/tomorin/Downloads/test1_1/.pptx_update_build_20260909/assets/real/capo_pre/summary_cbdir.png</a:t>
            </a:r>
          </a:p>
          <a:p xmlns:a="http://schemas.openxmlformats.org/drawingml/2006/main">
            <a:r>
              <a:t>Preserved: Only the summary image was refreshed to remove grid lines from unavailable heatmap cells; phase panels and layout were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ac77b03f9e4bf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49b6f219f243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a9d3180f564b5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1b59e523d64d0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e5fd11319f43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eeac7727e245c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7a2ebd57934c7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80abeac2334d2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170b33c079408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b162c9daf4fa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b287849f69421f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DB99990-65E9-4CDF-819C-0FE74C2BBF7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74325" y="1320480"/>
            <a:ext cx="5512050" cy="3711901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81D73686-2356-41E1-BF65-CC5F915120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74325" y="5141554"/>
            <a:ext cx="5512050" cy="212628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7D20A217-5FF9-4AFD-A226-CA2F07145BB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538B22C4-51A8-45E7-80F6-787A371D2D8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A93879BB-0250-4695-9D27-248084A35A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0BA980E-FFEA-4F01-BD42-EF4158E4D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48C9705A-C092-4E6D-BACC-8E086F61D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52278"/>
            <a:ext cx="6170175" cy="6872735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7514BF03-8492-4B0B-9F32-C4FD3F0FEA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FDC03A7-F53A-4C76-95A3-2865637C58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C21ACC7E-971B-46C8-8A14-D8CDC6633D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026653C-EC6C-47C8-AD2F-667E085E83F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19825" y="5557453"/>
            <a:ext cx="4369950" cy="1107332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33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8E543B70-EA39-4226-937E-5250EE9E87E7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119825" y="6664785"/>
            <a:ext cx="4369950" cy="1252896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3DE0E50-E955-4F89-956E-DA8D2775C1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3DDF980-CC1F-449B-AE27-7005BC247E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E45F8A2-9A63-4940-824D-4B7BF9CD39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4AFD078-51FD-47C1-AA20-948A436840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5752A294-C530-43E2-8745-A8CA66CDBE4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67875"/>
            <a:ext cx="2911950" cy="685713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354AA759-B86F-454E-9BF6-0005140DDF8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606525" y="2167875"/>
            <a:ext cx="2911950" cy="6857138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FEEA7D1F-11BB-476D-9354-0CEDB6432E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85FD16DA-7CA2-463E-B874-4B7AB066B8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3D280A2A-E50E-40A8-BC64-EFA3E82D02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66E5D75-90AC-422D-A437-8D9D3A698B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D90D562F-83A9-42CE-8202-A34C30D769D9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42225" y="2027509"/>
            <a:ext cx="3005100" cy="597855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47FF2F6E-AC68-4862-8298-3829E8755EA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2225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B1BB8B3C-CAE6-4965-AFED-3C12EA1364D5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3507609" y="2027509"/>
            <a:ext cx="3005100" cy="597855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4246F5E3-F2D5-45D3-9D42-2DB42AE587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3507609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D4E82EC9-CBF6-47C8-99FF-18D00A824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C6B50566-FF50-4C97-961F-7684C6A2C1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2A31B62E-7519-4E0B-9BD2-D6F9FEA78C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6C1F832-F3D7-4CE6-918A-FA212F9D0B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3D5858A8-F66E-4AF8-A48C-86565F9E72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DD052574-F366-4D5F-A367-F442404B14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2A7FB9EB-B6C1-408E-9134-12EF62F223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45B4303A-7EE9-41E7-BFBF-E7EDB45749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D056B674-BB66-4F97-82D3-3220CEB6DA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C711585B-B640-4B93-B650-CB67F81458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CB5C05DB-EF26-492B-A39F-E628BC51E5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42225" y="2245856"/>
            <a:ext cx="2943606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558EB817-0E23-488C-AD72-314BC96ED48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572100" y="2245856"/>
            <a:ext cx="2940300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8EA03090-E294-41D7-B1F7-0ACBFFAD8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D19236A3-8A1F-4F1E-85BB-18EC96C981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5B399281-06E7-43B5-A5FA-4C641948ED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8B4E8D5C-2910-4DDE-B777-CEB0A1A6EB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4035C162-24E5-40D3-ACF5-3304B4994C5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757075" y="1320480"/>
            <a:ext cx="587250" cy="726264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1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BFBA234B-CC29-4DB8-92BD-A9C199E2AF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320480"/>
            <a:ext cx="5157675" cy="726264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747E1122-89EC-453C-A327-6A3D9B6FC9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34FDF0F2-6E48-4A15-8E43-A71E26ED7C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3EA165A2-EBF3-48C8-B2E9-3C05BF7A7D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445FE0CF-42AD-4810-B34B-7DC93BD78D4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156DBD0A-EEF0-43FA-8ABC-4509B5FAFC5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35A69A0E-7E0A-4E13-8899-1C9A337417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38472523-03B9-4502-9708-706C8D530546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342225" y="1117729"/>
            <a:ext cx="6172200" cy="791768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7FE9E395-6E5B-464D-B05B-A554A7BD5F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D4FE81B5-55FC-47F2-875D-B6E020BD8A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B5359F34-0759-441F-B12C-64BC340BDC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4776962-2D5A-437D-8F29-2EE39860259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4325" y="3462361"/>
            <a:ext cx="5512050" cy="1596013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1263A011-6415-4911-A859-39E46C89E38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4325" y="5141554"/>
            <a:ext cx="5512050" cy="727824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8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36887409f54eff" /><Relationship Type="http://schemas.openxmlformats.org/officeDocument/2006/relationships/slideLayout" Target="/ppt/slideLayouts/slideLayout1.xml" Id="R6581b303a21c408e" /><Relationship Type="http://schemas.openxmlformats.org/officeDocument/2006/relationships/slideLayout" Target="/ppt/slideLayouts/slideLayout2.xml" Id="Ra9b2b578d8e444ef" /><Relationship Type="http://schemas.openxmlformats.org/officeDocument/2006/relationships/slideLayout" Target="/ppt/slideLayouts/slideLayout3.xml" Id="R9a0ceacbe6a6403e" /><Relationship Type="http://schemas.openxmlformats.org/officeDocument/2006/relationships/slideLayout" Target="/ppt/slideLayouts/slideLayout4.xml" Id="Rc85488dbb3a94737" /><Relationship Type="http://schemas.openxmlformats.org/officeDocument/2006/relationships/slideLayout" Target="/ppt/slideLayouts/slideLayout5.xml" Id="R63dac281f95547ee" /><Relationship Type="http://schemas.openxmlformats.org/officeDocument/2006/relationships/slideLayout" Target="/ppt/slideLayouts/slideLayout6.xml" Id="Reff033353d6c4316" /><Relationship Type="http://schemas.openxmlformats.org/officeDocument/2006/relationships/slideLayout" Target="/ppt/slideLayouts/slideLayout7.xml" Id="Rf9282574da934fd5" /><Relationship Type="http://schemas.openxmlformats.org/officeDocument/2006/relationships/slideLayout" Target="/ppt/slideLayouts/slideLayout8.xml" Id="R3c290c25e37643e2" /><Relationship Type="http://schemas.openxmlformats.org/officeDocument/2006/relationships/slideLayout" Target="/ppt/slideLayouts/slideLayout9.xml" Id="Ref7a7357bbf64586" /><Relationship Type="http://schemas.openxmlformats.org/officeDocument/2006/relationships/slideLayout" Target="/ppt/slideLayouts/slideLayout10.xml" Id="R92233fae4618471d" /><Relationship Type="http://schemas.openxmlformats.org/officeDocument/2006/relationships/slideLayout" Target="/ppt/slideLayouts/slideLayout11.xml" Id="R4d6f609668ac4d1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0141BCAF-6B65-4097-8148-D85317249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3B38C2AF-9F36-4A88-94DF-2832DC9711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2225" y="2152278"/>
            <a:ext cx="6170175" cy="6872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8F5982DA-E82A-4F40-8E01-7AE541C942F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442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9938D718-81F6-4216-9D52-13A9058E43D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2315250" y="9118590"/>
            <a:ext cx="222750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FC8CE93-671A-4FC6-B964-24D704E2166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49936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81b303a21c408e"/>
    <p:sldLayoutId xmlns:r="http://schemas.openxmlformats.org/officeDocument/2006/relationships" id="2147483650" r:id="Ra9b2b578d8e444ef"/>
    <p:sldLayoutId xmlns:r="http://schemas.openxmlformats.org/officeDocument/2006/relationships" id="2147483651" r:id="R9a0ceacbe6a6403e"/>
    <p:sldLayoutId xmlns:r="http://schemas.openxmlformats.org/officeDocument/2006/relationships" id="2147483652" r:id="Rc85488dbb3a94737"/>
    <p:sldLayoutId xmlns:r="http://schemas.openxmlformats.org/officeDocument/2006/relationships" id="2147483653" r:id="R63dac281f95547ee"/>
    <p:sldLayoutId xmlns:r="http://schemas.openxmlformats.org/officeDocument/2006/relationships" id="2147483654" r:id="Reff033353d6c4316"/>
    <p:sldLayoutId xmlns:r="http://schemas.openxmlformats.org/officeDocument/2006/relationships" id="2147483655" r:id="Rf9282574da934fd5"/>
    <p:sldLayoutId xmlns:r="http://schemas.openxmlformats.org/officeDocument/2006/relationships" id="2147483656" r:id="R3c290c25e37643e2"/>
    <p:sldLayoutId xmlns:r="http://schemas.openxmlformats.org/officeDocument/2006/relationships" id="2147483657" r:id="Ref7a7357bbf64586"/>
    <p:sldLayoutId xmlns:r="http://schemas.openxmlformats.org/officeDocument/2006/relationships" id="2147483658" r:id="R92233fae4618471d"/>
    <p:sldLayoutId xmlns:r="http://schemas.openxmlformats.org/officeDocument/2006/relationships" id="2147483659" r:id="R4d6f609668ac4d11"/>
  </p:sldLayoutIdLst>
  <p:txStyles>
    <p:titleStyle>
      <a:lvl1pPr xmlns:a="http://schemas.openxmlformats.org/drawingml/2006/main"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xmlns:a="http://schemas.openxmlformats.org/drawingml/2006/main"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3372ab3ca4a5c" /><Relationship Type="http://schemas.openxmlformats.org/officeDocument/2006/relationships/image" Target="/ppt/media/image.png" Id="R4bb795ede4d54f09" /><Relationship Type="http://schemas.openxmlformats.org/officeDocument/2006/relationships/image" Target="/ppt/media/image2.png" Id="R7fae7d69feca43c6" /><Relationship Type="http://schemas.openxmlformats.org/officeDocument/2006/relationships/image" Target="/ppt/media/image3.png" Id="R9cdad59c087e4361" /><Relationship Type="http://schemas.openxmlformats.org/officeDocument/2006/relationships/image" Target="/ppt/media/image4.png" Id="R71c81bc4a5e04e4f" /><Relationship Type="http://schemas.openxmlformats.org/officeDocument/2006/relationships/image" Target="/ppt/media/image5.png" Id="R48e70bd7dc024285" /><Relationship Type="http://schemas.openxmlformats.org/officeDocument/2006/relationships/image" Target="/ppt/media/image6.png" Id="Re2303eedc53c41b1" /><Relationship Type="http://schemas.openxmlformats.org/officeDocument/2006/relationships/image" Target="/ppt/media/image7.png" Id="Re412502c0aff4a6b" /><Relationship Type="http://schemas.openxmlformats.org/officeDocument/2006/relationships/image" Target="/ppt/media/image8.png" Id="Rcad2994034cc427c" /><Relationship Type="http://schemas.openxmlformats.org/officeDocument/2006/relationships/notesSlide" Target="/ppt/notesSlides/notesSlide1.xml" Id="R5e9b164022e94e2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b795ede4d54f0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6858000" cy="1456690"/>
          </a:xfrm>
          <a:prstGeom xmlns:a="http://schemas.openxmlformats.org/drawingml/2006/main" prst="rect">
            <a:avLst/>
          </a:prstGeom>
        </p:spPr>
      </p:pic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AB5CBAB2-3B32-44C8-B611-816E3377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985" y="0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>
                <a:latin typeface="Arial"/>
                <a:ea typeface="Arial"/>
                <a:cs typeface="Arial"/>
              </a:rPr>
              <a:t>a</a:t>
            </a:r>
            <a:endParaRPr sz="1300" b="1">
              <a:latin typeface="Arial"/>
              <a:ea typeface="Arial"/>
              <a:cs typeface="Arial"/>
            </a:endParaRPr>
          </a:p>
        </p:txBody>
      </p:sp>
      <p:pic>
        <p:nvPicPr>
          <p:cNvPr id="40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e7d69feca43c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1440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1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dad59c087e436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2412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2" name="图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c81bc4a5e04e4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3384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3" name="图片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70bd7dc02428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4356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4" name="图片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303eedc53c41b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5328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5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2502c0aff4a6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6300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6" name="图片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d2994034cc427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7272000"/>
            <a:ext cx="6778800" cy="1129800"/>
          </a:xfrm>
          <a:prstGeom xmlns:a="http://schemas.openxmlformats.org/drawingml/2006/main" prst="rect">
            <a:avLst/>
          </a:prstGeom>
        </p:spPr>
      </p:pic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87958413-6E15-40AE-874E-7B71088D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985" y="1351915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>
                <a:latin typeface="Arial"/>
                <a:ea typeface="Arial"/>
                <a:cs typeface="Arial"/>
              </a:rPr>
              <a:t>b</a:t>
            </a:r>
            <a:endParaRPr sz="1300" b="1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16347179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2026-09-27T11:53:52.9510000Z</dcterms:created>
  <dcterms:modified xsi:type="dcterms:W3CDTF">2026-09-27T11:53:52.9510000Z</dcterms:modified>
</coreProperties>
</file>