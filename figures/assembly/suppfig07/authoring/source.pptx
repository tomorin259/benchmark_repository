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7aa6e9baf4971" /><Relationship Type="http://schemas.openxmlformats.org/officeDocument/2006/relationships/extended-properties" Target="/docProps/app.xml" Id="Ra2d7488fc5714bbd" /><Relationship Type="http://schemas.openxmlformats.org/officeDocument/2006/relationships/officeDocument" Target="/ppt/presentation.xml" Id="Rc7c744583130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6d410e54f4d0f"/>
  </p:sldMasterIdLst>
  <p:notesMasterIdLst>
    <p:notesMasterId xmlns:r="http://schemas.openxmlformats.org/officeDocument/2006/relationships" r:id="R87e9822ab03049a3"/>
  </p:notesMasterIdLst>
  <p:sldIdLst>
    <p:sldId xmlns:r="http://schemas.openxmlformats.org/officeDocument/2006/relationships" id="256" r:id="Re4f54cc6e65f49ec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bf2fbc7ead4964" /><Relationship Type="http://schemas.openxmlformats.org/officeDocument/2006/relationships/slideMaster" Target="/ppt/slideMasters/slideMaster1.xml" Id="R0ff6d410e54f4d0f" /><Relationship Type="http://schemas.openxmlformats.org/officeDocument/2006/relationships/notesMaster" Target="/ppt/notesMasters/notesMaster1.xml" Id="R87e9822ab03049a3" /><Relationship Type="http://schemas.openxmlformats.org/officeDocument/2006/relationships/presProps" Target="/ppt/presProps.xml" Id="Ra696a17b804645f3" /><Relationship Type="http://schemas.openxmlformats.org/officeDocument/2006/relationships/viewProps" Target="/ppt/viewProps.xml" Id="Rb70c8f08e8ab4580" /><Relationship Type="http://schemas.openxmlformats.org/officeDocument/2006/relationships/tableStyles" Target="/ppt/tableStyles.xml" Id="R12b1d0c00a8a4a87" /><Relationship Type="http://schemas.openxmlformats.org/officeDocument/2006/relationships/slide" Target="/ppt/slides/slide1.xml" Id="Re4f54cc6e65f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608815bd8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0b85bf8c04f7f" /><Relationship Type="http://schemas.openxmlformats.org/officeDocument/2006/relationships/notesMaster" Target="/ppt/notesMasters/notesMaster1.xml" Id="Re987237c821e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refresh: 2026-09-09</a:t>
            </a:r>
          </a:p>
          <a:p xmlns:a="http://schemas.openxmlformats.org/drawingml/2006/main">
            <a:r>
              <a:t>Source package: /mnt/second19T/zhaozelin/velocity/benchmark_repository/evaluation/gene/figures/current_gene_assets_log1p005_20260909</a:t>
            </a:r>
          </a:p>
          <a:p xmlns:a="http://schemas.openxmlformats.org/drawingml/2006/main">
            <a:r>
              <a:t>This refresh changes embedded PPT images only; paper TeX/source content was not edited.</a:t>
            </a:r>
          </a:p>
          <a:p xmlns:a="http://schemas.openxmlformats.org/drawingml/2006/main">
            <a:r>
              <a:t>Supp. Fig. 7 fixed summary: /Users/tomorin/Downloads/test1_1/.pptx_update_build_20260909/assets/real/mousebrain/summary_cbdir.png</a:t>
            </a:r>
          </a:p>
          <a:p xmlns:a="http://schemas.openxmlformats.org/drawingml/2006/main">
            <a:r>
              <a:t>Preserved: Only the summary image was refreshed to remove grid lines from unavailable heatmap cells; phase panels and layout were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cf391946342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1f8f52fbe4d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429a1b3f14a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f951e90bb49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0759d842549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347dd97c24e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c9ef38f0a45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6da3df5854b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e160d5717485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0aa18144043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e986f0480408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7CB59E-8729-45E2-8EEA-8BEB23A02E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5795C3-EA97-4C98-897F-4F7E4F4502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8DB83633-1A69-43B4-A169-087B99D51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EE8AF7D1-9E80-4467-B1C1-7B7D1F2D62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F8CE2F2C-E611-4BE5-B3B6-21CBC066ED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03E530-8F74-47B3-8BE5-795DB1C7E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A961910-9CCC-40E5-B8BD-30085FBAF2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7014A6D-B113-4792-A3D7-180B193D27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56901DF-2FED-4921-8575-E2827C81BB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1DE301-2BC9-46E0-A423-B5CE3D5BA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A6A83B-5EBA-4FA9-AC62-677A81D6D8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90D101-94F2-4041-9AF9-CB33D8F1CBC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9B8AA-65DE-41AF-B835-D948306592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8063AE-2260-40E5-99F4-4064AAFA0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6A1914-55FA-4B9B-B273-59FAE0930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A0E7B9-8450-4EFA-A44E-5C6BFB6DF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948BA4C-1638-408A-827B-4AE499D4DF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5E408D2-3BF9-4F98-96BD-687268E125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ED0660D-95BB-4726-9FD5-588DE1BD66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43BC7A-9058-4D0F-A7BF-8F685CA8D6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E816B0-579A-4854-9CEC-92BE9FA3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B3BAE7-176D-43C1-B7AC-DADF4FCD0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F597F7A-922B-4CF0-B9E5-4879DD16D47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9209D93-1E94-4651-A8A2-C50E9F8BBCE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E0F004B-EA22-4DE2-B94A-CB6F8E00F861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AE1DE08-706F-4A02-BC09-3EB16CEDF1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60F6BAA-2E00-4258-B6AA-E8149485B9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96FE78B-755B-4C70-B845-F92277FB91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1422DE9-20A3-45ED-A7A4-7757E71C2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70F98E-ED57-46DD-A9AC-ECA979506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93EB2B8-695C-4420-8EF8-629D8395C9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8043D44-3E66-4AC5-8758-097C1484E8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69127C-E1F6-469E-909A-F4F5B1D8E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3858BE9-E943-4FE4-975B-CE3BCCC9A2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2A3EE8B-7180-4A86-A077-C61344E9A9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C963D1C-8A4A-4E71-A8E2-CA740C58F1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A5E2E0B-B810-45D4-92D1-49667325E0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3600AD5-3C72-4959-B128-3554A85ADC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A90AD6-CA50-4397-9B16-A7CBF743D6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C9A0189-D1E2-4438-93B8-F417269445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2309C82-4136-4C34-B428-1093E49E9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E73658B5-5537-422D-B445-682E5AC96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DBD8C47-2612-42C8-89C4-FE535773D9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F16AD31-1553-4821-A6E5-3971A1700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49ABEA-EDA5-41C6-A153-948FF315DB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E26A80A-D295-4D9D-9F77-656022720F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72517B-F629-4A72-BA53-171CC09A22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F34EEAA-463F-455D-87C6-B4FCA57F6C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886D062-B263-45B7-A800-561C31EBFE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E97DFB1-31C3-4ECA-9320-54C71895C4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952232E8-D4FD-4C6A-937F-0A3F70D9F82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C37E53A-628D-496D-B717-8DCDEB95D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F6ADDE7-CB9A-4091-9151-DE7A5CC475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E688EBE-246C-484E-A59D-2265A90E5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A5F57C-1626-49E7-964A-0C2E53DAB93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E92BB49F-87F3-4C6B-BDDB-48E4246624A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cf359880a4660" /><Relationship Type="http://schemas.openxmlformats.org/officeDocument/2006/relationships/slideLayout" Target="/ppt/slideLayouts/slideLayout1.xml" Id="R17a05ec144df40c8" /><Relationship Type="http://schemas.openxmlformats.org/officeDocument/2006/relationships/slideLayout" Target="/ppt/slideLayouts/slideLayout2.xml" Id="R52b2ed5dedd848ed" /><Relationship Type="http://schemas.openxmlformats.org/officeDocument/2006/relationships/slideLayout" Target="/ppt/slideLayouts/slideLayout3.xml" Id="Rcf839dce1d054476" /><Relationship Type="http://schemas.openxmlformats.org/officeDocument/2006/relationships/slideLayout" Target="/ppt/slideLayouts/slideLayout4.xml" Id="R275169f46e934443" /><Relationship Type="http://schemas.openxmlformats.org/officeDocument/2006/relationships/slideLayout" Target="/ppt/slideLayouts/slideLayout5.xml" Id="R43c0f7e4f83a4c77" /><Relationship Type="http://schemas.openxmlformats.org/officeDocument/2006/relationships/slideLayout" Target="/ppt/slideLayouts/slideLayout6.xml" Id="R042aa428bf4c4a75" /><Relationship Type="http://schemas.openxmlformats.org/officeDocument/2006/relationships/slideLayout" Target="/ppt/slideLayouts/slideLayout7.xml" Id="R26f68e7f69b34ede" /><Relationship Type="http://schemas.openxmlformats.org/officeDocument/2006/relationships/slideLayout" Target="/ppt/slideLayouts/slideLayout8.xml" Id="R421454ea6051480b" /><Relationship Type="http://schemas.openxmlformats.org/officeDocument/2006/relationships/slideLayout" Target="/ppt/slideLayouts/slideLayout9.xml" Id="Ra05585b889594dff" /><Relationship Type="http://schemas.openxmlformats.org/officeDocument/2006/relationships/slideLayout" Target="/ppt/slideLayouts/slideLayout10.xml" Id="Rea2343acc2f7431b" /><Relationship Type="http://schemas.openxmlformats.org/officeDocument/2006/relationships/slideLayout" Target="/ppt/slideLayouts/slideLayout11.xml" Id="Rdebc36bba17249c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8462751-5EA5-4557-9C1A-7B5226E71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FC1BED6-C03D-4D15-86D8-DD9CB459A9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F768ADC-EF70-4E98-A907-F81DE5AFE06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13C0D8-388F-43B4-9D55-19FEFD1319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F7E4C44-1C9A-4E92-BD72-5C04435C54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05ec144df40c8"/>
    <p:sldLayoutId xmlns:r="http://schemas.openxmlformats.org/officeDocument/2006/relationships" id="2147483650" r:id="R52b2ed5dedd848ed"/>
    <p:sldLayoutId xmlns:r="http://schemas.openxmlformats.org/officeDocument/2006/relationships" id="2147483651" r:id="Rcf839dce1d054476"/>
    <p:sldLayoutId xmlns:r="http://schemas.openxmlformats.org/officeDocument/2006/relationships" id="2147483652" r:id="R275169f46e934443"/>
    <p:sldLayoutId xmlns:r="http://schemas.openxmlformats.org/officeDocument/2006/relationships" id="2147483653" r:id="R43c0f7e4f83a4c77"/>
    <p:sldLayoutId xmlns:r="http://schemas.openxmlformats.org/officeDocument/2006/relationships" id="2147483654" r:id="R042aa428bf4c4a75"/>
    <p:sldLayoutId xmlns:r="http://schemas.openxmlformats.org/officeDocument/2006/relationships" id="2147483655" r:id="R26f68e7f69b34ede"/>
    <p:sldLayoutId xmlns:r="http://schemas.openxmlformats.org/officeDocument/2006/relationships" id="2147483656" r:id="R421454ea6051480b"/>
    <p:sldLayoutId xmlns:r="http://schemas.openxmlformats.org/officeDocument/2006/relationships" id="2147483657" r:id="Ra05585b889594dff"/>
    <p:sldLayoutId xmlns:r="http://schemas.openxmlformats.org/officeDocument/2006/relationships" id="2147483658" r:id="Rea2343acc2f7431b"/>
    <p:sldLayoutId xmlns:r="http://schemas.openxmlformats.org/officeDocument/2006/relationships" id="2147483659" r:id="Rdebc36bba17249c4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317be3b8c4042" /><Relationship Type="http://schemas.openxmlformats.org/officeDocument/2006/relationships/image" Target="/ppt/media/image.png" Id="Rc9532112d55f4038" /><Relationship Type="http://schemas.openxmlformats.org/officeDocument/2006/relationships/image" Target="/ppt/media/image2.png" Id="R13508d9ed0ab4afe" /><Relationship Type="http://schemas.openxmlformats.org/officeDocument/2006/relationships/image" Target="/ppt/media/image3.png" Id="Rbb67fd6a429f4c90" /><Relationship Type="http://schemas.openxmlformats.org/officeDocument/2006/relationships/image" Target="/ppt/media/image4.png" Id="R010d4fe20fbb4d18" /><Relationship Type="http://schemas.openxmlformats.org/officeDocument/2006/relationships/image" Target="/ppt/media/image5.png" Id="R5759e654a7f549b9" /><Relationship Type="http://schemas.openxmlformats.org/officeDocument/2006/relationships/notesSlide" Target="/ppt/notesSlides/notesSlide1.xml" Id="R6ad14e82884248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32112d55f40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0"/>
            <a:ext cx="6778800" cy="180768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B8BF074-10ED-4497-B098-EC6E7FC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a</a:t>
            </a:r>
            <a:endParaRPr sz="1300" b="1">
              <a:latin typeface="Arial"/>
              <a:ea typeface="Arial"/>
              <a:cs typeface="Arial"/>
            </a:endParaRPr>
          </a:p>
        </p:txBody>
      </p:sp>
      <p:pic>
        <p:nvPicPr>
          <p:cNvPr id="37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08d9ed0ab4a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80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38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7fd6a429f4c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77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39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d4fe20fbb4d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74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0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9e654a7f549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4716000"/>
            <a:ext cx="6778800" cy="11298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68ADF5FA-C161-4667-A9AA-8452C3E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55" y="171196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b</a:t>
            </a:r>
            <a:endParaRPr sz="1300" b="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4196780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2026-09-27T11:54:11.2900000Z</dcterms:created>
  <dcterms:modified xsi:type="dcterms:W3CDTF">2026-09-27T11:54:11.2900000Z</dcterms:modified>
</coreProperties>
</file>