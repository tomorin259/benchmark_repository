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bf8f7515fb4e66" /><Relationship Type="http://schemas.openxmlformats.org/officeDocument/2006/relationships/extended-properties" Target="/docProps/app.xml" Id="R6ee91a4315654878" /><Relationship Type="http://schemas.openxmlformats.org/officeDocument/2006/relationships/officeDocument" Target="/ppt/presentation.xml" Id="R442b231f499f44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7293a20ee44a20"/>
  </p:sldMasterIdLst>
  <p:notesMasterIdLst>
    <p:notesMasterId xmlns:r="http://schemas.openxmlformats.org/officeDocument/2006/relationships" r:id="R679f4c63b50c4888"/>
  </p:notesMasterIdLst>
  <p:sldIdLst>
    <p:sldId xmlns:r="http://schemas.openxmlformats.org/officeDocument/2006/relationships" id="256" r:id="R985449b6d8514d7f"/>
  </p:sldIdLst>
  <p:sldSz cx="6858000" cy="990346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93d28f45964710" /><Relationship Type="http://schemas.openxmlformats.org/officeDocument/2006/relationships/slideMaster" Target="/ppt/slideMasters/slideMaster1.xml" Id="Ra37293a20ee44a20" /><Relationship Type="http://schemas.openxmlformats.org/officeDocument/2006/relationships/notesMaster" Target="/ppt/notesMasters/notesMaster1.xml" Id="R679f4c63b50c4888" /><Relationship Type="http://schemas.openxmlformats.org/officeDocument/2006/relationships/presProps" Target="/ppt/presProps.xml" Id="R16f18631b26f4cfa" /><Relationship Type="http://schemas.openxmlformats.org/officeDocument/2006/relationships/viewProps" Target="/ppt/viewProps.xml" Id="R680a514f4fb24fb5" /><Relationship Type="http://schemas.openxmlformats.org/officeDocument/2006/relationships/tableStyles" Target="/ppt/tableStyles.xml" Id="R72ba6e47e1294973" /><Relationship Type="http://schemas.openxmlformats.org/officeDocument/2006/relationships/slide" Target="/ppt/slides/slide1.xml" Id="R985449b6d8514d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9be73ff55047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786bcd6f124078" /><Relationship Type="http://schemas.openxmlformats.org/officeDocument/2006/relationships/notesMaster" Target="/ppt/notesMasters/notesMaster1.xml" Id="Rb976b89b30664b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8fc1a61e942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4afe5c96b4d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f29cd36449406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2754abb7ef44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75cca79e734b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74fff874c04de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7b85cb1f67479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c4e80a6307497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e085b95cbd47f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e366f79a004bb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24b7f18d184a13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D48B749-2846-4584-9423-6953BFAFF68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74325" y="1320480"/>
            <a:ext cx="5512050" cy="3711901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75F07A1-C7C7-42D5-871F-398B264E1D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74325" y="5141554"/>
            <a:ext cx="5512050" cy="2126285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3F7F3272-5637-4290-A3A8-B443E6E1BE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E267FED4-BBB1-4A1F-A30E-F10CED63CD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FADC4FA8-EB74-4FBC-BD4B-D9FD71BA38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FC92471-0586-4E06-A8F3-879C1F0006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9B393BF-D91C-4AF8-800E-9CF1E3F3961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225" y="2152278"/>
            <a:ext cx="6170175" cy="6872735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CEA770-F70E-42A3-B7A1-6D6C1975FA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E061E8F-6F7C-4910-8B47-44FD40AA01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1C46A3E-414F-498E-9948-388FC3A550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E2CF49D-149E-423B-97F8-C54E779D201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19825" y="5557453"/>
            <a:ext cx="4369950" cy="1107332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330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ED34BE5-DBF3-4ADE-BDC1-5948124FBA98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119825" y="6664785"/>
            <a:ext cx="4369950" cy="1252896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A9579DA-4D4F-42B7-94FF-108021E0D8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C6C3ABD-3728-42F5-80FB-9F29891EB0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29770DC-2716-48BF-9213-6FE548DA2F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C96ABDF-9D6D-4CE8-BF12-63D31511AA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3B8EF81-B6D2-4C8C-9A0E-4AFCB985C61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225" y="2167875"/>
            <a:ext cx="2911950" cy="685713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CE3CE78-ED37-4C60-862D-5DDF7D70CBC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606525" y="2167875"/>
            <a:ext cx="2911950" cy="6857138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FBBEB98-2E6B-48A4-8D5A-BB0D7066C3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6FE26B7-E55F-48B3-ADF6-CF50338B0F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C24C4C8-5D5E-40BE-A0D1-F4AA65B685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91FD544-D2E1-4386-949B-F3976FE857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3C19355-A8D4-4B18-8DE1-E0FC9CD449B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342225" y="2063900"/>
            <a:ext cx="3005100" cy="551066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F9BC8A7-4FDD-45B0-BAF4-EE64AA26F7B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2225" y="2677351"/>
            <a:ext cx="3005100" cy="6347662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E37F6A8-A0A8-4F10-A492-D5A355C2F52F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3507609" y="2053111"/>
            <a:ext cx="3005100" cy="551066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32A1F785-BF9D-4F70-BBC1-B603887CABA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3507609" y="2677351"/>
            <a:ext cx="3005100" cy="6347662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2CDF08-39A1-4B04-858D-2BA51C7892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B7893C3-E9A1-44EF-B86E-8239026A00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278053B7-7888-496F-985B-1D3C3474DD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C36F184-98A9-47CD-A9A7-46003E4DF3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538A1AA-3F59-459D-9422-8C7AF4BB35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9CEE8BA-9E23-4CD8-8D07-45A599CC91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4D27A62-D214-44FE-A3D4-50BAD156C0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F664DD0-4188-4368-930D-7788AC93CA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269B1EC-618F-4D6A-87B3-ED12527F15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692A35B-128F-4F2B-979E-278E93577C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A79B5517-3A3D-4863-9F1F-A7859814E74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42225" y="2245856"/>
            <a:ext cx="2943606" cy="665438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260C507-0FC4-48EB-9121-E2F0527BAB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572100" y="2245856"/>
            <a:ext cx="2940300" cy="665438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E516A2F-6636-483B-BF35-5455F3BC24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CAF32E1-5C10-4F9D-B363-01A9C68490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E706FF5-F723-475D-9941-D850C1C942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D25082C8-E331-4AAB-A4B5-2DEE8B5C5F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1C548A9-F04C-4FD2-B89D-0A9FDB5096A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757075" y="1320480"/>
            <a:ext cx="587250" cy="726264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1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D4E2B82-BD23-4663-9238-A9AFF02E09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320480"/>
            <a:ext cx="5157675" cy="726264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171450" indent="-171450">
              <a:spcAft>
                <a:spcPts val="1000"/>
              </a:spcAft>
              <a:buNone/>
              <a:defRPr spc="300"/>
            </a:lvl1pPr>
            <a:lvl2pPr marL="514350" indent="-171450">
              <a:buNone/>
              <a:defRPr spc="300"/>
            </a:lvl2pPr>
            <a:lvl3pPr marL="857250" indent="-171450">
              <a:buNone/>
              <a:defRPr spc="300"/>
            </a:lvl3pPr>
            <a:lvl4pPr marL="1200150" indent="-171450">
              <a:buNone/>
              <a:defRPr spc="300"/>
            </a:lvl4pPr>
            <a:lvl5pPr marL="1543050" indent="-17145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2E6ABF9-47F5-4A13-9034-D9013C6FEF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8E8711A-EE65-4C05-8E52-BF7CE49F5F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34A4F58-59C7-4288-AB86-415040A30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6C09D0E-B9A2-4A2D-BAE7-8429B028A3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F51F449-2C69-4EDE-8C9A-5CECB6E817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6A15065-3E99-4012-BB44-068BC80769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42320399-9028-4D34-B200-CA4167B6E6BC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342225" y="1117729"/>
            <a:ext cx="6172200" cy="791768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3C068BE1-DBDD-4AD4-92A6-1833E942DC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3E891DA-A69A-41F3-B717-E8A656AF5C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9452E8FC-86AA-4FAE-B059-F5294BA318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4AC6B2A-8B35-4615-8EA6-6DB9640E4B1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74325" y="3587131"/>
            <a:ext cx="5512050" cy="1471243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937AA86E-FCC2-4E68-8978-B062EBAE97F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4325" y="5141554"/>
            <a:ext cx="5512050" cy="681035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18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335baf33034d6f" /><Relationship Type="http://schemas.openxmlformats.org/officeDocument/2006/relationships/slideLayout" Target="/ppt/slideLayouts/slideLayout1.xml" Id="Reb4e80cf12dd4757" /><Relationship Type="http://schemas.openxmlformats.org/officeDocument/2006/relationships/slideLayout" Target="/ppt/slideLayouts/slideLayout2.xml" Id="Rb09ece32816240cb" /><Relationship Type="http://schemas.openxmlformats.org/officeDocument/2006/relationships/slideLayout" Target="/ppt/slideLayouts/slideLayout3.xml" Id="R10fa533715cc417e" /><Relationship Type="http://schemas.openxmlformats.org/officeDocument/2006/relationships/slideLayout" Target="/ppt/slideLayouts/slideLayout4.xml" Id="R3545cc2d1de14ddc" /><Relationship Type="http://schemas.openxmlformats.org/officeDocument/2006/relationships/slideLayout" Target="/ppt/slideLayouts/slideLayout5.xml" Id="R16276c5efde4430e" /><Relationship Type="http://schemas.openxmlformats.org/officeDocument/2006/relationships/slideLayout" Target="/ppt/slideLayouts/slideLayout6.xml" Id="R934726bab1ad4809" /><Relationship Type="http://schemas.openxmlformats.org/officeDocument/2006/relationships/slideLayout" Target="/ppt/slideLayouts/slideLayout7.xml" Id="Radbc694f8dcb46ab" /><Relationship Type="http://schemas.openxmlformats.org/officeDocument/2006/relationships/slideLayout" Target="/ppt/slideLayouts/slideLayout8.xml" Id="Rfa2445596e3d4fae" /><Relationship Type="http://schemas.openxmlformats.org/officeDocument/2006/relationships/slideLayout" Target="/ppt/slideLayouts/slideLayout9.xml" Id="Rc359b70843f64657" /><Relationship Type="http://schemas.openxmlformats.org/officeDocument/2006/relationships/slideLayout" Target="/ppt/slideLayouts/slideLayout10.xml" Id="R0ac5fe7d6d504fc4" /><Relationship Type="http://schemas.openxmlformats.org/officeDocument/2006/relationships/slideLayout" Target="/ppt/slideLayouts/slideLayout11.xml" Id="Rfb5e3bcfc12247e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9823EB8-4C0A-4E76-9AFA-B562606D51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4DE7847-5A18-4BF5-A31A-E287336CEB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225" y="2152278"/>
            <a:ext cx="6170175" cy="6872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54E20F9-20DE-42C0-954F-38F4D226167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44250" y="9118590"/>
            <a:ext cx="151875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D347EC6-1D34-403F-83C8-F6D11082396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315250" y="9118590"/>
            <a:ext cx="222750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F077761-32C5-4EC8-80A1-7AFF6E9CDDA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993650" y="9118590"/>
            <a:ext cx="151875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4e80cf12dd4757"/>
    <p:sldLayoutId xmlns:r="http://schemas.openxmlformats.org/officeDocument/2006/relationships" id="2147483650" r:id="Rb09ece32816240cb"/>
    <p:sldLayoutId xmlns:r="http://schemas.openxmlformats.org/officeDocument/2006/relationships" id="2147483651" r:id="R10fa533715cc417e"/>
    <p:sldLayoutId xmlns:r="http://schemas.openxmlformats.org/officeDocument/2006/relationships" id="2147483652" r:id="R3545cc2d1de14ddc"/>
    <p:sldLayoutId xmlns:r="http://schemas.openxmlformats.org/officeDocument/2006/relationships" id="2147483653" r:id="R16276c5efde4430e"/>
    <p:sldLayoutId xmlns:r="http://schemas.openxmlformats.org/officeDocument/2006/relationships" id="2147483654" r:id="R934726bab1ad4809"/>
    <p:sldLayoutId xmlns:r="http://schemas.openxmlformats.org/officeDocument/2006/relationships" id="2147483655" r:id="Radbc694f8dcb46ab"/>
    <p:sldLayoutId xmlns:r="http://schemas.openxmlformats.org/officeDocument/2006/relationships" id="2147483656" r:id="Rfa2445596e3d4fae"/>
    <p:sldLayoutId xmlns:r="http://schemas.openxmlformats.org/officeDocument/2006/relationships" id="2147483657" r:id="Rc359b70843f64657"/>
    <p:sldLayoutId xmlns:r="http://schemas.openxmlformats.org/officeDocument/2006/relationships" id="2147483658" r:id="R0ac5fe7d6d504fc4"/>
    <p:sldLayoutId xmlns:r="http://schemas.openxmlformats.org/officeDocument/2006/relationships" id="2147483659" r:id="Rfb5e3bcfc12247e5"/>
  </p:sldLayoutIdLst>
  <p:txStyles>
    <p:titleStyle>
      <a:lvl1pPr xmlns:a="http://schemas.openxmlformats.org/drawingml/2006/main" algn="l" defTabSz="685800">
        <a:lnSpc>
          <a:spcPct val="100000"/>
        </a:lnSpc>
        <a:spcBef>
          <a:spcPct val="0"/>
        </a:spcBef>
        <a:buNone/>
        <a:defRPr sz="2700" b="0" u="none" strike="noStrik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71450" indent="-171450" algn="l" defTabSz="6858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35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2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05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05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7bf70a17b4ed9" /><Relationship Type="http://schemas.openxmlformats.org/officeDocument/2006/relationships/image" Target="/ppt/media/image.png" Id="Rb0f8539bc3514ecc" /><Relationship Type="http://schemas.openxmlformats.org/officeDocument/2006/relationships/image" Target="/ppt/media/image2.png" Id="Rc68a974a845442aa" /><Relationship Type="http://schemas.openxmlformats.org/officeDocument/2006/relationships/notesSlide" Target="/ppt/notesSlides/notesSlide1.xml" Id="R6c588e85fca0436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8539bc3514ecc"/>
          <a:srcRect xmlns:a="http://schemas.openxmlformats.org/drawingml/2006/main" l="0" t="4" r="0" b="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858000" cy="2716530"/>
          </a:xfrm>
          <a:prstGeom xmlns:a="http://schemas.openxmlformats.org/drawingml/2006/main" prst="rect">
            <a:avLst/>
          </a:prstGeom>
        </p:spPr>
      </p:pic>
      <p:pic>
        <p:nvPicPr>
          <p:cNvPr id="31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a974a845442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621915"/>
            <a:ext cx="6858000" cy="4202430"/>
          </a:xfrm>
          <a:prstGeom xmlns:a="http://schemas.openxmlformats.org/drawingml/2006/main" prst="rect">
            <a:avLst/>
          </a:prstGeom>
        </p:spPr>
      </p:pic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CA84F6F6-EEE0-4EBA-841A-5468ED5B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985" y="0"/>
            <a:ext cx="8382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40000"/>
              </a:lnSpc>
              <a:buNone/>
            </a:pPr>
            <a:r>
              <a:rPr sz="1300" b="1"/>
              <a:t>a</a:t>
            </a:r>
            <a:endParaRPr sz="1300" b="1"/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AB8832FC-19A9-4334-9BC4-1947AE18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985" y="2553970"/>
            <a:ext cx="8382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40000"/>
              </a:lnSpc>
              <a:buNone/>
            </a:pPr>
            <a:r>
              <a:rPr sz="1300" b="1"/>
              <a:t>b</a:t>
            </a:r>
            <a:endParaRPr sz="1300" b="1"/>
          </a:p>
        </p:txBody>
      </p:sp>
    </p:spTree>
    <p:extLst>
      <p:ext uri="{BB962C8B-B14F-4D97-AF65-F5344CB8AC3E}">
        <p14:creationId xmlns:p14="http://schemas.microsoft.com/office/powerpoint/2010/main" val="215434421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2026-09-27T11:43:26.7900000Z</dcterms:created>
  <dcterms:modified xsi:type="dcterms:W3CDTF">2026-09-27T11:43:26.7900000Z</dcterms:modified>
</coreProperties>
</file>