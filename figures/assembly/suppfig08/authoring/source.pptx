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05e80ba0144f79" /><Relationship Type="http://schemas.openxmlformats.org/officeDocument/2006/relationships/extended-properties" Target="/docProps/app.xml" Id="R30b3d4c3b08441ec" /><Relationship Type="http://schemas.openxmlformats.org/officeDocument/2006/relationships/officeDocument" Target="/ppt/presentation.xml" Id="Rde615d656fc443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66c5e024794e56"/>
  </p:sldMasterIdLst>
  <p:notesMasterIdLst>
    <p:notesMasterId xmlns:r="http://schemas.openxmlformats.org/officeDocument/2006/relationships" r:id="R1194c6df4a72422d"/>
  </p:notesMasterIdLst>
  <p:sldIdLst>
    <p:sldId xmlns:r="http://schemas.openxmlformats.org/officeDocument/2006/relationships" id="256" r:id="Re41a1b9a24504d4e"/>
  </p:sldIdLst>
  <p:sldSz cx="6858000" cy="990346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360000" cy="3600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f41d431018f4fce" /><Relationship Type="http://schemas.openxmlformats.org/officeDocument/2006/relationships/slideMaster" Target="/ppt/slideMasters/slideMaster1.xml" Id="Rf666c5e024794e56" /><Relationship Type="http://schemas.openxmlformats.org/officeDocument/2006/relationships/notesMaster" Target="/ppt/notesMasters/notesMaster1.xml" Id="R1194c6df4a72422d" /><Relationship Type="http://schemas.openxmlformats.org/officeDocument/2006/relationships/presProps" Target="/ppt/presProps.xml" Id="R0b7fd4449c44458f" /><Relationship Type="http://schemas.openxmlformats.org/officeDocument/2006/relationships/viewProps" Target="/ppt/viewProps.xml" Id="Racc2b0a68d4e4f74" /><Relationship Type="http://schemas.openxmlformats.org/officeDocument/2006/relationships/tableStyles" Target="/ppt/tableStyles.xml" Id="Ra5af6059106d418f" /><Relationship Type="http://schemas.openxmlformats.org/officeDocument/2006/relationships/slide" Target="/ppt/slides/slide1.xml" Id="Re41a1b9a24504d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a4895bff30b48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0b82ce7ad640e7" /><Relationship Type="http://schemas.openxmlformats.org/officeDocument/2006/relationships/notesMaster" Target="/ppt/notesMasters/notesMaster1.xml" Id="R765361248b8541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6ed4cdb68f458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d21665b5fd40d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2e17faa78b451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c2815e1b3d42a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eb35adf47f418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df4fbeb5b64b3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dec2774ba14a8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d1d36d48994ef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f13a5b2ace466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072c6e4b2042f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7e9d02fc1249a2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DEEEBB6-6E5A-4E32-AA04-3B8F3D15B8A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74325" y="1320480"/>
            <a:ext cx="5512050" cy="3711901"/>
          </a:xfrm>
        </p:spPr>
        <p:txBody>
          <a:bodyPr xmlns:a="http://schemas.openxmlformats.org/drawingml/2006/main" lIns="90000" tIns="46800" rIns="90000" bIns="46800" anchor="b">
            <a:normAutofit/>
          </a:bodyPr>
          <a:lstStyle xmlns:a="http://schemas.openxmlformats.org/drawingml/2006/main">
            <a:lvl1pPr algn="ctr">
              <a:buNone/>
              <a:defRPr sz="45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2EDB1B2C-89F0-4C97-86A6-461240C8CA3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74325" y="5141554"/>
            <a:ext cx="5512050" cy="2126285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>
            <a:lvl1pPr marL="0" indent="0" algn="ctr">
              <a:lnSpc>
                <a:spcPct val="110000"/>
              </a:lnSpc>
              <a:buNone/>
              <a:defRPr sz="1800" spc="2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sp>
        <p:nvSpPr>
          <p:cNvPr id="16" name="日期占位符 15">
            <a:extLst xmlns:a="http://schemas.openxmlformats.org/drawingml/2006/main">
              <a:ext uri="{FF2B5EF4-FFF2-40B4-BE49-F238E27FC236}">
                <a16:creationId xmlns:a16="http://schemas.microsoft.com/office/drawing/2014/main" id="{C14678CC-C8DA-49A4-949E-4BA17F457E3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页脚占位符 16">
            <a:extLst xmlns:a="http://schemas.openxmlformats.org/drawingml/2006/main">
              <a:ext uri="{FF2B5EF4-FFF2-40B4-BE49-F238E27FC236}">
                <a16:creationId xmlns:a16="http://schemas.microsoft.com/office/drawing/2014/main" id="{99F23A67-35BC-40A1-976A-8303D57DB67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灯片编号占位符 17">
            <a:extLst xmlns:a="http://schemas.openxmlformats.org/drawingml/2006/main">
              <a:ext uri="{FF2B5EF4-FFF2-40B4-BE49-F238E27FC236}">
                <a16:creationId xmlns:a16="http://schemas.microsoft.com/office/drawing/2014/main" id="{E41BB6AC-CCDE-420B-8B7E-D7E452A28A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DDCFA30-CCAA-4172-B3CB-C180BB3005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225" y="878587"/>
            <a:ext cx="6170175" cy="1018953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3EEDBAA3-9596-4254-B80D-C8FE894DB13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42225" y="2152278"/>
            <a:ext cx="6170175" cy="6872735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85898DE-A05A-4B43-87F7-EB6FB4BD896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C1F7183-E258-422B-BF20-C1BE4FD273C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3F5AF7B-2CB7-4341-A21D-E65A0D69E0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CD1C46-673E-4FE4-B586-9569644A815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119825" y="5557453"/>
            <a:ext cx="4369950" cy="1107332"/>
          </a:xfrm>
        </p:spPr>
        <p:txBody>
          <a:bodyPr xmlns:a="http://schemas.openxmlformats.org/drawingml/2006/main" lIns="90000" tIns="46800" rIns="90000" bIns="46800" anchor="b">
            <a:normAutofit/>
          </a:bodyPr>
          <a:lstStyle xmlns:a="http://schemas.openxmlformats.org/drawingml/2006/main">
            <a:lvl1pPr>
              <a:buNone/>
              <a:defRPr sz="3300"/>
            </a:lvl1pPr>
          </a:lstStyle>
          <a:p xmlns:a="http://schemas.openxmlformats.org/drawingml/2006/main">
            <a:r>
              <a:t>单击此处编辑标题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E9D4FF6D-4B3C-480C-B93D-9DA546F22BE8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119825" y="6664785"/>
            <a:ext cx="4369950" cy="1252896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>
            <a:lvl1pPr marL="0" indent="0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单击此处编辑文本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9351B3E-44D6-407E-AEEA-80CB2D34A6F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E901B4E-57BA-4785-8CED-D7933F1AA34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C3CE956-1B82-4DF9-83F6-CC627A37CFA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4D1EB58-AAAA-4541-9703-F71959A9EC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225" y="878587"/>
            <a:ext cx="6170175" cy="1018953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FAD5A99-92BF-46E6-AC6A-D1C0466D03E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42225" y="2167875"/>
            <a:ext cx="2911950" cy="6857138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DFAEE4BD-5AB3-42C3-99DB-FB57A5AC78B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3606525" y="2167875"/>
            <a:ext cx="2911950" cy="6857138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FC267820-A0A0-4D6D-ACF5-9E8B7C302EC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842C7F3B-0DB2-4619-900A-EC458F17A77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39679B70-49BA-493E-9226-9E3D439D546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839E119-04D0-489C-A147-587B4CEB68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225" y="878587"/>
            <a:ext cx="6170175" cy="1018953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0FA59215-0CC4-4A22-B72C-8E865F97D6EB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342225" y="2027509"/>
            <a:ext cx="3005100" cy="597855"/>
          </a:xfrm>
        </p:spPr>
        <p:txBody>
          <a:bodyPr xmlns:a="http://schemas.openxmlformats.org/drawingml/2006/main" lIns="101600" tIns="38100" rIns="76200" bIns="38100" anchor="t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 xmlns:a="http://schemas.openxmlformats.org/drawingml/2006/main">
            <a:pPr lvl="0">
              <a:buNone/>
            </a:pPr>
            <a:r>
              <a:t>单击此处编辑文本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66C6F4D-8982-4021-82BE-06B77335FFF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342225" y="2677351"/>
            <a:ext cx="3005100" cy="6347662"/>
          </a:xfrm>
        </p:spPr>
        <p:txBody>
          <a:bodyPr xmlns:a="http://schemas.openxmlformats.org/drawingml/2006/main" vert="horz" lIns="101600" tIns="0" rIns="8255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71B8B985-87E7-432B-A1D5-3F34F10BB10D}"/>
              </a:ext>
            </a:extLst>
          </p:cNvPr>
          <p:cNvSpPr>
            <a:spLocks xmlns:a="http://schemas.openxmlformats.org/drawingml/2006/main" noGrp="1"/>
          </p:cNvSpPr>
          <p:nvPr>
            <p:ph type="body" idx="3" hasCustomPrompt="1"/>
          </p:nvPr>
        </p:nvSpPr>
        <p:spPr>
          <a:xfrm xmlns:a="http://schemas.openxmlformats.org/drawingml/2006/main">
            <a:off x="3507609" y="2027509"/>
            <a:ext cx="3005100" cy="597855"/>
          </a:xfrm>
        </p:spPr>
        <p:txBody>
          <a:bodyPr xmlns:a="http://schemas.openxmlformats.org/drawingml/2006/main" vert="horz" lIns="101600" tIns="38100" rIns="76200" bIns="38100" anchor="t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 xmlns:a="http://schemas.openxmlformats.org/drawingml/2006/main">
            <a:pPr lvl="0">
              <a:buNone/>
            </a:pPr>
            <a:r>
              <a:t>单击此处编辑文本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BE23B060-8812-403F-B8A2-6E9F557B136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3507609" y="2677351"/>
            <a:ext cx="3005100" cy="6347662"/>
          </a:xfrm>
        </p:spPr>
        <p:txBody>
          <a:bodyPr xmlns:a="http://schemas.openxmlformats.org/drawingml/2006/main" vert="horz" lIns="101600" tIns="0" rIns="8255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EA34BE76-617C-46FF-BDC8-07E03D555EA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00D48CEB-B623-4692-AC45-6281E463469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6059B292-0D4E-49D4-8410-E55B276BACE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EBC4FC8-55F6-4A27-AAE4-F27566B64E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225" y="878587"/>
            <a:ext cx="6170175" cy="1018953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9218BCD0-23C9-4285-858F-4A5B87782D7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263BD0A9-CF53-489A-BAF0-6BCE77EA7FF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EAFF72D8-C529-48E0-ACD5-B62E145931F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A9A71DCC-B910-4D1B-9394-28A1D27F41A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FF906830-7D36-466D-A4DE-0783B1BFED7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32322214-5C4A-4C59-9FFE-E0566093856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6C41B861-9768-4A54-A78B-1F10F6A5D06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342225" y="2245856"/>
            <a:ext cx="2943606" cy="6654388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>
            <a:lvl1pPr>
              <a:buNone/>
              <a:defRPr sz="1200"/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3A74AAC3-0102-4EB2-8BF7-128167E73D7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572100" y="2245856"/>
            <a:ext cx="2940300" cy="6654388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>
            <a:lvl1pPr>
              <a:buNone/>
              <a:defRPr sz="1200"/>
            </a:lvl1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3876728D-D57B-4B4F-9288-33D44FAB082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500166-A471-4A81-9322-EED0086685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FC370020-1E2A-4798-AF1B-1E55BE8B4C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F3E4E940-B8AF-47C0-B2EC-74968EE424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C3157E58-3A15-4958-854C-A7AFF62616BE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757075" y="1320480"/>
            <a:ext cx="587250" cy="7262640"/>
          </a:xfrm>
        </p:spPr>
        <p:txBody>
          <a:bodyPr xmlns:a="http://schemas.openxmlformats.org/drawingml/2006/main" vert="eaVert" lIns="90000" tIns="46800" rIns="90000" bIns="46800" anchor="ctr">
            <a:normAutofit/>
          </a:bodyPr>
          <a:lstStyle xmlns:a="http://schemas.openxmlformats.org/drawingml/2006/main">
            <a:lvl1pPr>
              <a:buNone/>
              <a:defRPr sz="2100"/>
            </a:lvl1pPr>
          </a:lstStyle>
          <a:p xmlns:a="http://schemas.openxmlformats.org/drawingml/2006/main">
            <a:pPr lvl="0">
              <a:buNone/>
            </a:pPr>
            <a:r>
              <a:t>单击此处编辑标题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1FC191DF-D91D-4411-BD13-D0C4FF4060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320480"/>
            <a:ext cx="5157675" cy="7262640"/>
          </a:xfrm>
        </p:spPr>
        <p:txBody>
          <a:bodyPr xmlns:a="http://schemas.openxmlformats.org/drawingml/2006/main" vert="eaVert" lIns="46800" tIns="46800" rIns="46800" bIns="46800"/>
          <a:lstStyle xmlns:a="http://schemas.openxmlformats.org/drawingml/2006/main">
            <a:lvl1pPr marL="171450" indent="-171450">
              <a:spcAft>
                <a:spcPts val="1000"/>
              </a:spcAft>
              <a:buNone/>
              <a:defRPr spc="300"/>
            </a:lvl1pPr>
            <a:lvl2pPr marL="514350" indent="-171450">
              <a:buNone/>
              <a:defRPr spc="300"/>
            </a:lvl2pPr>
            <a:lvl3pPr marL="857250" indent="-171450">
              <a:buNone/>
              <a:defRPr spc="300"/>
            </a:lvl3pPr>
            <a:lvl4pPr marL="1200150" indent="-171450">
              <a:buNone/>
              <a:defRPr spc="300"/>
            </a:lvl4pPr>
            <a:lvl5pPr marL="1543050" indent="-171450">
              <a:buNone/>
              <a:defRPr spc="300"/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5D2483F-D4F5-402C-BD54-088A60295D9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65670E-2B2F-4051-A7FA-BA036BCE8EF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CD5B21D-683E-4168-B6F0-E0391AE205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DF8918AE-0A4D-43B5-A8DB-097A55C0F6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80E0871-82A3-4066-95E9-A457139E795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A792329F-30C7-4943-A699-9332E8D6FC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内容占位符 6">
            <a:extLst xmlns:a="http://schemas.openxmlformats.org/drawingml/2006/main">
              <a:ext uri="{FF2B5EF4-FFF2-40B4-BE49-F238E27FC236}">
                <a16:creationId xmlns:a16="http://schemas.microsoft.com/office/drawing/2014/main" id="{9D23AE6C-4AC5-4347-B580-E80A7FA0725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342225" y="1117729"/>
            <a:ext cx="6172200" cy="791768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D8774EC3-8F86-4C3D-9837-6945B98F60D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C1F054A2-DA97-4E46-BDE4-2C39B4487E2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9712902C-B7FA-4E2A-A5BA-E154575CD61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62F6DBC-892A-4D58-94CE-ACD7D7ABA791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74325" y="3462361"/>
            <a:ext cx="5512050" cy="1596013"/>
          </a:xfrm>
        </p:spPr>
        <p:txBody>
          <a:bodyPr xmlns:a="http://schemas.openxmlformats.org/drawingml/2006/main" vert="horz" lIns="90000" tIns="46800" rIns="90000" bIns="46800" anchor="t">
            <a:normAutofit/>
          </a:bodyPr>
          <a:lstStyle xmlns:a="http://schemas.openxmlformats.org/drawingml/2006/main">
            <a:lvl1pPr algn="ctr">
              <a:buNone/>
              <a:defRPr sz="4500"/>
            </a:lvl1pPr>
          </a:lstStyle>
          <a:p xmlns:a="http://schemas.openxmlformats.org/drawingml/2006/main">
            <a:pPr lvl="0">
              <a:buNone/>
            </a:pPr>
            <a:r>
              <a:t>单击此处编辑标题</a:t>
            </a:r>
            <a:endParaRPr/>
          </a:p>
        </p:txBody>
      </p:sp>
      <p:sp>
        <p:nvSpPr>
          <p:cNvPr id="7" name="文本占位符 6">
            <a:extLst xmlns:a="http://schemas.openxmlformats.org/drawingml/2006/main">
              <a:ext uri="{FF2B5EF4-FFF2-40B4-BE49-F238E27FC236}">
                <a16:creationId xmlns:a16="http://schemas.microsoft.com/office/drawing/2014/main" id="{86D5F41B-BBA8-4523-9F00-D56B460CB2B4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74325" y="5141554"/>
            <a:ext cx="5512050" cy="727824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>
            <a:lvl1pPr algn="ctr">
              <a:lnSpc>
                <a:spcPct val="110000"/>
              </a:lnSpc>
              <a:buNone/>
              <a:defRPr sz="1800" spc="200"/>
            </a:lvl1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646e53d9f3d476e" /><Relationship Type="http://schemas.openxmlformats.org/officeDocument/2006/relationships/slideLayout" Target="/ppt/slideLayouts/slideLayout1.xml" Id="R8aa2f8995e954760" /><Relationship Type="http://schemas.openxmlformats.org/officeDocument/2006/relationships/slideLayout" Target="/ppt/slideLayouts/slideLayout2.xml" Id="R0174ec6ef9234a55" /><Relationship Type="http://schemas.openxmlformats.org/officeDocument/2006/relationships/slideLayout" Target="/ppt/slideLayouts/slideLayout3.xml" Id="R8f3f9dc1b33a4c2c" /><Relationship Type="http://schemas.openxmlformats.org/officeDocument/2006/relationships/slideLayout" Target="/ppt/slideLayouts/slideLayout4.xml" Id="Rf5b7eceb76084e0e" /><Relationship Type="http://schemas.openxmlformats.org/officeDocument/2006/relationships/slideLayout" Target="/ppt/slideLayouts/slideLayout5.xml" Id="Rd81b81253dfb4ec5" /><Relationship Type="http://schemas.openxmlformats.org/officeDocument/2006/relationships/slideLayout" Target="/ppt/slideLayouts/slideLayout6.xml" Id="Rcd890a157a7c4f2a" /><Relationship Type="http://schemas.openxmlformats.org/officeDocument/2006/relationships/slideLayout" Target="/ppt/slideLayouts/slideLayout7.xml" Id="Rda6b406c262446ee" /><Relationship Type="http://schemas.openxmlformats.org/officeDocument/2006/relationships/slideLayout" Target="/ppt/slideLayouts/slideLayout8.xml" Id="R146b6f08d8514711" /><Relationship Type="http://schemas.openxmlformats.org/officeDocument/2006/relationships/slideLayout" Target="/ppt/slideLayouts/slideLayout9.xml" Id="R22bc6e6705fd4dd8" /><Relationship Type="http://schemas.openxmlformats.org/officeDocument/2006/relationships/slideLayout" Target="/ppt/slideLayouts/slideLayout10.xml" Id="R12fd5b9367f846e3" /><Relationship Type="http://schemas.openxmlformats.org/officeDocument/2006/relationships/slideLayout" Target="/ppt/slideLayouts/slideLayout11.xml" Id="Rd702f226a10b415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6621C938-50F9-4996-A2C6-42280998CB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225" y="878587"/>
            <a:ext cx="6170175" cy="10189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170" tIns="46990" rIns="90170" bIns="4699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A6983211-0FA3-49A8-89F0-C917489DB7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42225" y="2152278"/>
            <a:ext cx="6170175" cy="6872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8E756BE-CFB4-41F8-A16E-1ADCCFE8145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44250" y="9118590"/>
            <a:ext cx="1518750" cy="4574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656E9A8-D8FC-4500-A05B-DDD1398BFEC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2315250" y="9118590"/>
            <a:ext cx="2227500" cy="4574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C8E4CB9-33D6-4ECA-B869-8E4E613DCC2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4993650" y="9118590"/>
            <a:ext cx="1518750" cy="4574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a2f8995e954760"/>
    <p:sldLayoutId xmlns:r="http://schemas.openxmlformats.org/officeDocument/2006/relationships" id="2147483650" r:id="R0174ec6ef9234a55"/>
    <p:sldLayoutId xmlns:r="http://schemas.openxmlformats.org/officeDocument/2006/relationships" id="2147483651" r:id="R8f3f9dc1b33a4c2c"/>
    <p:sldLayoutId xmlns:r="http://schemas.openxmlformats.org/officeDocument/2006/relationships" id="2147483652" r:id="Rf5b7eceb76084e0e"/>
    <p:sldLayoutId xmlns:r="http://schemas.openxmlformats.org/officeDocument/2006/relationships" id="2147483653" r:id="Rd81b81253dfb4ec5"/>
    <p:sldLayoutId xmlns:r="http://schemas.openxmlformats.org/officeDocument/2006/relationships" id="2147483654" r:id="Rcd890a157a7c4f2a"/>
    <p:sldLayoutId xmlns:r="http://schemas.openxmlformats.org/officeDocument/2006/relationships" id="2147483655" r:id="Rda6b406c262446ee"/>
    <p:sldLayoutId xmlns:r="http://schemas.openxmlformats.org/officeDocument/2006/relationships" id="2147483656" r:id="R146b6f08d8514711"/>
    <p:sldLayoutId xmlns:r="http://schemas.openxmlformats.org/officeDocument/2006/relationships" id="2147483657" r:id="R22bc6e6705fd4dd8"/>
    <p:sldLayoutId xmlns:r="http://schemas.openxmlformats.org/officeDocument/2006/relationships" id="2147483658" r:id="R12fd5b9367f846e3"/>
    <p:sldLayoutId xmlns:r="http://schemas.openxmlformats.org/officeDocument/2006/relationships" id="2147483659" r:id="Rd702f226a10b4150"/>
  </p:sldLayoutIdLst>
  <p:txStyles>
    <p:titleStyle>
      <a:lvl1pPr xmlns:a="http://schemas.openxmlformats.org/drawingml/2006/main" algn="l" defTabSz="685800">
        <a:lnSpc>
          <a:spcPct val="100000"/>
        </a:lnSpc>
        <a:spcBef>
          <a:spcPct val="0"/>
        </a:spcBef>
        <a:buNone/>
        <a:defRPr sz="2700" b="0" u="none" kern="1200" cap="none" spc="300" baseline="0">
          <a:solidFill>
            <a:schemeClr val="tx1">
              <a:lumMod val="85000"/>
              <a:lumOff val="15000"/>
            </a:schemeClr>
          </a:solidFill>
          <a:latin typeface="+mj-ea"/>
          <a:ea typeface="+mj-ea"/>
          <a:cs typeface="+mj-ea"/>
        </a:defRPr>
      </a:lvl1pPr>
    </p:titleStyle>
    <p:bodyStyle>
      <a:lvl1pPr xmlns:a="http://schemas.openxmlformats.org/drawingml/2006/main" marL="171450" indent="-171450" algn="l" defTabSz="685800">
        <a:lnSpc>
          <a:spcPct val="130000"/>
        </a:lnSpc>
        <a:spcBef>
          <a:spcPts val="0"/>
        </a:spcBef>
        <a:spcAft>
          <a:spcPts val="1000"/>
        </a:spcAft>
        <a:buFont typeface="Arial"/>
        <a:buChar char="●"/>
        <a:defRPr sz="135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514350" indent="-171450" algn="l" defTabSz="685800">
        <a:lnSpc>
          <a:spcPct val="120000"/>
        </a:lnSpc>
        <a:spcBef>
          <a:spcPts val="0"/>
        </a:spcBef>
        <a:spcAft>
          <a:spcPts val="600"/>
        </a:spcAft>
        <a:buFont typeface="Arial"/>
        <a:buChar char="●"/>
        <a:tabLst>
          <a:tab pos="1207135" algn="l"/>
          <a:tab pos="1207135" algn="l"/>
          <a:tab pos="1207135" algn="l"/>
          <a:tab pos="1207135" algn="l"/>
        </a:tabLst>
        <a:defRPr sz="12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857250" indent="-171450" algn="l" defTabSz="685800">
        <a:lnSpc>
          <a:spcPct val="120000"/>
        </a:lnSpc>
        <a:spcBef>
          <a:spcPts val="0"/>
        </a:spcBef>
        <a:spcAft>
          <a:spcPts val="600"/>
        </a:spcAft>
        <a:buFont typeface="Arial"/>
        <a:buChar char="●"/>
        <a:defRPr sz="12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200150" indent="-171450" algn="l" defTabSz="685800">
        <a:lnSpc>
          <a:spcPct val="120000"/>
        </a:lnSpc>
        <a:spcBef>
          <a:spcPts val="0"/>
        </a:spcBef>
        <a:spcAft>
          <a:spcPts val="300"/>
        </a:spcAft>
        <a:buFont typeface="Wingdings"/>
        <a:buChar char=""/>
        <a:defRPr sz="105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1543050" indent="-171450" algn="l" defTabSz="685800">
        <a:lnSpc>
          <a:spcPct val="120000"/>
        </a:lnSpc>
        <a:spcBef>
          <a:spcPts val="0"/>
        </a:spcBef>
        <a:spcAft>
          <a:spcPts val="300"/>
        </a:spcAft>
        <a:buFont typeface="Arial"/>
        <a:buChar char="•"/>
        <a:defRPr sz="105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18859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2288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5717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9146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429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6858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0287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3716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7145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0574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4003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7432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b908b737659a4cf8"/><Relationship Type="http://schemas.openxmlformats.org/officeDocument/2006/relationships/image" Target="/ppt/media/image.png" Id="R8df9aafa0c9b4e60"/><Relationship Type="http://schemas.openxmlformats.org/officeDocument/2006/relationships/image" Target="/ppt/media/image2.png" Id="Rd9d0db4b68ee4cb7"/><Relationship Type="http://schemas.openxmlformats.org/officeDocument/2006/relationships/image" Target="/ppt/media/image3.png" Id="Raca827696fb74e2f"/><Relationship Type="http://schemas.openxmlformats.org/officeDocument/2006/relationships/image" Target="/ppt/media/image4.png" Id="R3dcc2b71a4c648b4"/><Relationship Type="http://schemas.openxmlformats.org/officeDocument/2006/relationships/image" Target="/ppt/media/image5.png" Id="R5ce8fd74a6f944bf"/><Relationship Type="http://schemas.openxmlformats.org/officeDocument/2006/relationships/image" Target="/ppt/media/image6.png" Id="R9048aa51ee8941fd"/><Relationship Type="http://schemas.openxmlformats.org/officeDocument/2006/relationships/image" Target="/ppt/media/image7.png" Id="Re2d9accc1b444c50"/><Relationship Type="http://schemas.openxmlformats.org/officeDocument/2006/relationships/image" Target="/ppt/media/image8.png" Id="R86ae32ff234c4f41"/><Relationship Type="http://schemas.openxmlformats.org/officeDocument/2006/relationships/notesSlide" Target="/ppt/notesSlides/notesSlide1.xml" Id="Ra1055b3209e44f5b"/><Relationship Id="rIdNoResult" Type="http://schemas.openxmlformats.org/officeDocument/2006/relationships/image" Target="../media/no_result_circle_slash.png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8" name="图片 3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f9aafa0c9b4e6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565" y="7620"/>
            <a:ext cx="6778800" cy="1807680"/>
          </a:xfrm>
          <a:prstGeom xmlns:a="http://schemas.openxmlformats.org/drawingml/2006/main" prst="rect">
            <a:avLst/>
          </a:prstGeom>
        </p:spPr>
      </p:pic>
      <p:pic>
        <p:nvPicPr>
          <p:cNvPr id="39" name="图片 4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d0db4b68ee4cb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600" y="1800000"/>
            <a:ext cx="6778800" cy="1129800"/>
          </a:xfrm>
          <a:prstGeom xmlns:a="http://schemas.openxmlformats.org/drawingml/2006/main" prst="rect">
            <a:avLst/>
          </a:prstGeom>
        </p:spPr>
      </p:pic>
      <p:pic>
        <p:nvPicPr>
          <p:cNvPr id="40" name="图片 4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a827696fb74e2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600" y="2772000"/>
            <a:ext cx="6778800" cy="1129800"/>
          </a:xfrm>
          <a:prstGeom xmlns:a="http://schemas.openxmlformats.org/drawingml/2006/main" prst="rect">
            <a:avLst/>
          </a:prstGeom>
        </p:spPr>
      </p:pic>
      <p:pic>
        <p:nvPicPr>
          <p:cNvPr id="41" name="图片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cc2b71a4c648b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600" y="3744000"/>
            <a:ext cx="6778800" cy="1129800"/>
          </a:xfrm>
          <a:prstGeom xmlns:a="http://schemas.openxmlformats.org/drawingml/2006/main" prst="rect">
            <a:avLst/>
          </a:prstGeom>
        </p:spPr>
      </p:pic>
      <p:pic>
        <p:nvPicPr>
          <p:cNvPr id="42" name="图片 5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e8fd74a6f944b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600" y="4716000"/>
            <a:ext cx="6778800" cy="1129800"/>
          </a:xfrm>
          <a:prstGeom xmlns:a="http://schemas.openxmlformats.org/drawingml/2006/main" prst="rect">
            <a:avLst/>
          </a:prstGeom>
        </p:spPr>
      </p:pic>
      <p:pic>
        <p:nvPicPr>
          <p:cNvPr id="43" name="图片 5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48aa51ee8941f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600" y="5688000"/>
            <a:ext cx="6778800" cy="1129800"/>
          </a:xfrm>
          <a:prstGeom xmlns:a="http://schemas.openxmlformats.org/drawingml/2006/main" prst="rect">
            <a:avLst/>
          </a:prstGeom>
        </p:spPr>
      </p:pic>
      <p:pic>
        <p:nvPicPr>
          <p:cNvPr id="44" name="图片 5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d9accc1b444c5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600" y="6660000"/>
            <a:ext cx="6778800" cy="1129800"/>
          </a:xfrm>
          <a:prstGeom xmlns:a="http://schemas.openxmlformats.org/drawingml/2006/main" prst="rect">
            <a:avLst/>
          </a:prstGeom>
        </p:spPr>
      </p:pic>
      <p:pic>
        <p:nvPicPr>
          <p:cNvPr id="45" name="图片 5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ae32ff234c4f4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600" y="7632000"/>
            <a:ext cx="6778800" cy="1129800"/>
          </a:xfrm>
          <a:prstGeom xmlns:a="http://schemas.openxmlformats.org/drawingml/2006/main" prst="rect">
            <a:avLst/>
          </a:prstGeom>
        </p:spPr>
      </p:pic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5013CA88-B126-4A1C-9FFC-4CF2F929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985" y="0"/>
            <a:ext cx="83820" cy="33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40000"/>
              </a:lnSpc>
              <a:buNone/>
            </a:pPr>
            <a:r>
              <a:rPr sz="1300" b="1">
                <a:latin typeface="Arial"/>
                <a:ea typeface="Arial"/>
                <a:cs typeface="Arial"/>
              </a:rPr>
              <a:t>a</a:t>
            </a:r>
            <a:endParaRPr sz="1300" b="1">
              <a:latin typeface="Arial"/>
              <a:ea typeface="Arial"/>
              <a:cs typeface="Arial"/>
            </a:endParaRPr>
          </a:p>
        </p:txBody>
      </p:sp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C5E1199F-0939-475A-B870-5C4305F19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255" y="1711960"/>
            <a:ext cx="83820" cy="33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40000"/>
              </a:lnSpc>
              <a:buNone/>
            </a:pPr>
            <a:r>
              <a:rPr sz="1300" b="1">
                <a:latin typeface="Arial"/>
                <a:ea typeface="Arial"/>
                <a:cs typeface="Arial"/>
              </a:rPr>
              <a:t>b</a:t>
            </a:r>
            <a:endParaRPr sz="1300" b="1">
              <a:latin typeface="Arial"/>
              <a:ea typeface="Arial"/>
              <a:cs typeface="Arial"/>
            </a:endParaRPr>
          </a:p>
        </p:txBody>
      </p:sp>
      <p:pic>
        <p:nvPicPr>
          <p:cNvPr id="46" name="No result S8 Igf1r DeepVelo_scv" descr="No result: pancreas Igf1r, DeepVelo_scv"/>
          <p:cNvPicPr/>
          <p:nvPr/>
        </p:nvPicPr>
        <p:blipFill>
          <ns1:blip xmlns:ns1="http://schemas.openxmlformats.org/drawingml/2006/main" xmlns:ns2="http://schemas.openxmlformats.org/officeDocument/2006/relationships" ns2:embed="rIdNoResult"/>
          <ns3:srcRect xmlns:ns3="http://schemas.openxmlformats.org/drawingml/2006/main" l="0" t="0" r="0" b="0"/>
          <ns4:stretch xmlns:ns4="http://schemas.openxmlformats.org/drawingml/2006/main">
            <ns4:fillRect/>
          </ns4:stretch>
        </p:blipFill>
        <p:spPr>
          <ns5:xfrm xmlns:ns5="http://schemas.openxmlformats.org/drawingml/2006/main">
            <ns5:off x="5445200" y="6157900"/>
            <ns5:ext cx="558800" cy="406400"/>
          </ns5:xfrm>
          <ns6:prstGeom xmlns:ns6="http://schemas.openxmlformats.org/drawingml/2006/main" prst="rect">
            <ns6:avLst/>
          </ns6:prstGeom>
        </p:spPr>
      </p:pic>
      <p:pic>
        <p:nvPicPr>
          <p:cNvPr id="47" name="No result S8 Igf1r TIvelo" descr="No result: pancreas Igf1r, TIvelo"/>
          <p:cNvPicPr/>
          <p:nvPr/>
        </p:nvPicPr>
        <p:blipFill>
          <ns1:blip xmlns:ns1="http://schemas.openxmlformats.org/drawingml/2006/main" xmlns:ns2="http://schemas.openxmlformats.org/officeDocument/2006/relationships" ns2:embed="rIdNoResult"/>
          <ns3:srcRect xmlns:ns3="http://schemas.openxmlformats.org/drawingml/2006/main" l="0" t="0" r="0" b="0"/>
          <ns4:stretch xmlns:ns4="http://schemas.openxmlformats.org/drawingml/2006/main">
            <ns4:fillRect/>
          </ns4:stretch>
        </p:blipFill>
        <p:spPr>
          <ns5:xfrm xmlns:ns5="http://schemas.openxmlformats.org/drawingml/2006/main">
            <ns5:off x="2432400" y="6157900"/>
            <ns5:ext cx="558800" cy="406400"/>
          </ns5:xfrm>
          <ns6:prstGeom xmlns:ns6="http://schemas.openxmlformats.org/drawingml/2006/main" prst="rect">
            <ns6:avLst/>
          </ns6:prstGeom>
        </p:spPr>
      </p:pic>
      <p:pic>
        <p:nvPicPr>
          <p:cNvPr id="48" name="No result S8 Nxph1 TIvelo" descr="No result: pancreas Nxph1, TIvelo"/>
          <p:cNvPicPr/>
          <p:nvPr/>
        </p:nvPicPr>
        <p:blipFill>
          <ns1:blip xmlns:ns1="http://schemas.openxmlformats.org/drawingml/2006/main" xmlns:ns2="http://schemas.openxmlformats.org/officeDocument/2006/relationships" ns2:embed="rIdNoResult"/>
          <ns3:srcRect xmlns:ns3="http://schemas.openxmlformats.org/drawingml/2006/main" l="0" t="0" r="0" b="0"/>
          <ns4:stretch xmlns:ns4="http://schemas.openxmlformats.org/drawingml/2006/main">
            <ns4:fillRect/>
          </ns4:stretch>
        </p:blipFill>
        <p:spPr>
          <ns5:xfrm xmlns:ns5="http://schemas.openxmlformats.org/drawingml/2006/main">
            <ns5:off x="2432400" y="7129900"/>
            <ns5:ext cx="558800" cy="406400"/>
          </ns5:xfrm>
          <ns6:prstGeom xmlns:ns6="http://schemas.openxmlformats.org/drawingml/2006/main" prst="rect">
            <ns6:avLst/>
          </ns6:prstGeom>
        </p:spPr>
      </p:pic>
      <p:pic>
        <p:nvPicPr>
          <p:cNvPr id="49" name="No result S8 Rbbp7 veloVI" descr="No result: pancreas Rbbp7, veloVI"/>
          <p:cNvPicPr/>
          <p:nvPr/>
        </p:nvPicPr>
        <p:blipFill>
          <ns1:blip xmlns:ns1="http://schemas.openxmlformats.org/drawingml/2006/main" xmlns:ns2="http://schemas.openxmlformats.org/officeDocument/2006/relationships" ns2:embed="rIdNoResult"/>
          <ns3:srcRect xmlns:ns3="http://schemas.openxmlformats.org/drawingml/2006/main" l="0" t="0" r="0" b="0"/>
          <ns4:stretch xmlns:ns4="http://schemas.openxmlformats.org/drawingml/2006/main">
            <ns4:fillRect/>
          </ns4:stretch>
        </p:blipFill>
        <p:spPr>
          <ns5:xfrm xmlns:ns5="http://schemas.openxmlformats.org/drawingml/2006/main">
            <ns5:off x="3185600" y="8101900"/>
            <ns5:ext cx="558800" cy="406400"/>
          </ns5:xfrm>
          <ns6:prstGeom xmlns:ns6="http://schemas.openxmlformats.org/drawingml/2006/main" prst="rect">
            <ns6:avLst/>
          </ns6:prstGeom>
        </p:spPr>
      </p:pic>
    </p:spTree>
    <p:extLst>
      <p:ext uri="{BB962C8B-B14F-4D97-AF65-F5344CB8AC3E}">
        <p14:creationId xmlns:p14="http://schemas.microsoft.com/office/powerpoint/2010/main" val="438424031"/>
      </p:ext>
    </p:extLst>
  </p:cSld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2026-09-27T11:54:11.3990000Z</dcterms:created>
  <dcterms:modified xsi:type="dcterms:W3CDTF">2026-09-27T11:54:11.3990000Z</dcterms:modified>
</coreProperties>
</file>