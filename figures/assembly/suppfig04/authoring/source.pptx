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998b700f534004" /><Relationship Type="http://schemas.openxmlformats.org/officeDocument/2006/relationships/extended-properties" Target="/docProps/app.xml" Id="R79d49b0f69ee4dfe" /><Relationship Type="http://schemas.openxmlformats.org/officeDocument/2006/relationships/officeDocument" Target="/ppt/presentation.xml" Id="R44b481c01e7646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0a2da08ab143ef"/>
  </p:sldMasterIdLst>
  <p:notesMasterIdLst>
    <p:notesMasterId xmlns:r="http://schemas.openxmlformats.org/officeDocument/2006/relationships" r:id="R5867594d42534300"/>
  </p:notesMasterIdLst>
  <p:sldIdLst>
    <p:sldId xmlns:r="http://schemas.openxmlformats.org/officeDocument/2006/relationships" id="256" r:id="R789a61da430047f7"/>
  </p:sldIdLst>
  <p:sldSz cx="6858000" cy="990346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360000" cy="3600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6ab951a87f44b6" /><Relationship Type="http://schemas.openxmlformats.org/officeDocument/2006/relationships/slideMaster" Target="/ppt/slideMasters/slideMaster1.xml" Id="R0c0a2da08ab143ef" /><Relationship Type="http://schemas.openxmlformats.org/officeDocument/2006/relationships/notesMaster" Target="/ppt/notesMasters/notesMaster1.xml" Id="R5867594d42534300" /><Relationship Type="http://schemas.openxmlformats.org/officeDocument/2006/relationships/presProps" Target="/ppt/presProps.xml" Id="Rb06890e768e6492c" /><Relationship Type="http://schemas.openxmlformats.org/officeDocument/2006/relationships/viewProps" Target="/ppt/viewProps.xml" Id="R9fc20d6e78a644e8" /><Relationship Type="http://schemas.openxmlformats.org/officeDocument/2006/relationships/tableStyles" Target="/ppt/tableStyles.xml" Id="R32c4a54856134880" /><Relationship Type="http://schemas.openxmlformats.org/officeDocument/2006/relationships/slide" Target="/ppt/slides/slide1.xml" Id="R789a61da430047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ac2654f14e41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355280f5d54582" /><Relationship Type="http://schemas.openxmlformats.org/officeDocument/2006/relationships/notesMaster" Target="/ppt/notesMasters/notesMaster1.xml" Id="R9f8d70e8fba941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refresh: 2026-09-09</a:t>
            </a:r>
          </a:p>
          <a:p xmlns:a="http://schemas.openxmlformats.org/drawingml/2006/main">
            <a:r>
              <a:t>Source package: /mnt/second19T/zhaozelin/velocity/benchmark_repository/evaluation/gene/figures/current_gene_assets_log1p005_20260909</a:t>
            </a:r>
          </a:p>
          <a:p xmlns:a="http://schemas.openxmlformats.org/drawingml/2006/main">
            <a:r>
              <a:t>This refresh changes embedded PPT images only; paper TeX/source content was not edited.</a:t>
            </a:r>
          </a:p>
          <a:p xmlns:a="http://schemas.openxmlformats.org/drawingml/2006/main">
            <a:r>
              <a:t>Supp. Fig. 4 Hbb-bh1: /Users/tomorin/Downloads/test1_1/.pptx_update_build_20260909/assets/real/gastrulation/Hbb-bh1_9methods_compare.png</a:t>
            </a:r>
          </a:p>
          <a:p xmlns:a="http://schemas.openxmlformats.org/drawingml/2006/main">
            <a:r>
              <a:t>Supp. Fig. 4 Hbb-y: /Users/tomorin/Downloads/test1_1/.pptx_update_build_20260909/assets/real/gastrulation/Hbb-y_9methods_compare.png</a:t>
            </a:r>
          </a:p>
          <a:p xmlns:a="http://schemas.openxmlformats.org/drawingml/2006/main">
            <a:r>
              <a:t>Supp. Fig. 4 Hemgn: /Users/tomorin/Downloads/test1_1/.pptx_update_build_20260909/assets/real/gastrulation/Hemgn_9methods_compare.png</a:t>
            </a:r>
          </a:p>
          <a:p xmlns:a="http://schemas.openxmlformats.org/drawingml/2006/main">
            <a:r>
              <a:t>Supp. Fig. 4 Klf3: /Users/tomorin/Downloads/test1_1/.pptx_update_build_20260909/assets/real/gastrulation/Klf3_9methods_compare.png</a:t>
            </a:r>
          </a:p>
          <a:p xmlns:a="http://schemas.openxmlformats.org/drawingml/2006/main">
            <a:r>
              <a:t>Supp. Fig. 4 Mllt3: /Users/tomorin/Downloads/test1_1/.pptx_update_build_20260909/assets/real/gastrulation/Mllt3_9methods_compare.png</a:t>
            </a:r>
          </a:p>
          <a:p xmlns:a="http://schemas.openxmlformats.org/drawingml/2006/main">
            <a:r>
              <a:t>Supp. Fig. 4 Ncf4: /Users/tomorin/Downloads/test1_1/.pptx_update_build_20260909/assets/real/gastrulation/Ncf4_9methods_compare.png</a:t>
            </a:r>
          </a:p>
          <a:p xmlns:a="http://schemas.openxmlformats.org/drawingml/2006/main">
            <a:r>
              <a:t>Supp. Fig. 4 Rhag: /Users/tomorin/Downloads/test1_1/.pptx_update_build_20260909/assets/real/gastrulation/Rhag_9methods_compare.png</a:t>
            </a:r>
          </a:p>
          <a:p xmlns:a="http://schemas.openxmlformats.org/drawingml/2006/main">
            <a:r>
              <a:t>Preserved: Only the seven gene phase-portrait images were refreshed; all other slide content and layout were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7fb556f1a240c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9e7be785f148a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c9b9ddac8546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2a82d4cb84418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c812bf33264f1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022be41a34ea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7429585474431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b170b32999443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b2a5ed54aa4e7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1da2e473a44f7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6ba3324f6549d8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6340165-D4A6-4D26-8579-F127E5E6AE6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74325" y="1320480"/>
            <a:ext cx="5512050" cy="3711901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7838CF8B-CB65-419E-876B-3D2C7F4419D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74325" y="5141554"/>
            <a:ext cx="5512050" cy="2126285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2F055D24-8962-4824-BC73-FBDA0885FC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35C8CAAC-F8D2-400D-9C4E-6DDB46FE22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974D9EA9-49B1-4685-A228-EB06C8F7D4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E83B3B7-26C9-4AAF-ACCA-BF9FD1560C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DFCB699-4B89-44E3-84D3-0BA2C1384D4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42225" y="2152278"/>
            <a:ext cx="6170175" cy="6872735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66EBF74-27C1-4879-A24F-D560646DD5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E25AAA4-5B5E-4771-BE25-2FFB1C079C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9EFA408-C3FF-47DC-A83F-1D62273701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0E7D7D-DE7F-46A6-9A09-C3B8AFF12A3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19825" y="5557453"/>
            <a:ext cx="4369950" cy="1107332"/>
          </a:xfr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>
              <a:buNone/>
              <a:defRPr sz="3300"/>
            </a:lvl1pPr>
          </a:lstStyle>
          <a:p xmlns:a="http://schemas.openxmlformats.org/drawingml/2006/main">
            <a:r>
              <a:t>单击此处编辑标题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03089EE-D0CD-44E9-A6E4-D0E676C964E6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119825" y="6664785"/>
            <a:ext cx="4369950" cy="1252896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CCF3E02-CEE0-49F8-8BAB-7025FCBAC7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C3A6304-BCD7-4D4E-A47F-CEE4D546DB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10778A3-A9EF-4199-A478-F55D7A2E4B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5A900D0-CAA4-47F1-8C52-499001ED48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7000FA5-C7A5-412D-AC88-3E2EC6F9638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42225" y="2167875"/>
            <a:ext cx="2911950" cy="6857138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B54840B-74DE-470F-88DD-EEE91BDF6EA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606525" y="2167875"/>
            <a:ext cx="2911950" cy="6857138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E3683CF-4372-49C9-B46E-B8F803F773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5925D19-7DB7-472B-A8B9-D88F601BD9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8B09E4D-5D9E-4147-91B5-2C86949658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1FB0029-EA25-4F36-BACE-E93CE1A577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770E847-C0C3-4E93-8B6A-1B9EDD5675BC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342225" y="2027509"/>
            <a:ext cx="3005100" cy="597855"/>
          </a:xfrm>
        </p:spPr>
        <p:txBody>
          <a:bodyPr xmlns:a="http://schemas.openxmlformats.org/drawingml/2006/main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F5D605A-0D14-4D7F-B380-A574F9B1F7F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2225" y="2677351"/>
            <a:ext cx="3005100" cy="6347662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698C2C04-8185-4239-A909-C7470F5589C8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3507609" y="2027509"/>
            <a:ext cx="3005100" cy="597855"/>
          </a:xfrm>
        </p:spPr>
        <p:txBody>
          <a:bodyPr xmlns:a="http://schemas.openxmlformats.org/drawingml/2006/main" vert="horz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8810524B-DDC0-4886-A8CB-3249876EA86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3507609" y="2677351"/>
            <a:ext cx="3005100" cy="6347662"/>
          </a:xfr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0D144661-57C7-4797-825D-8707403167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43FCA70-BAC5-476F-82B0-B0C652834F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549E3097-7B35-4AB9-B8CF-A51B78EE10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1E45E78-6B2F-4C8B-B8EC-03E620801D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4F30F062-7A9C-48D7-82C1-A9B5B615E0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53933DC-AAA8-41DE-95A0-28C72269DE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9E72996-F3FD-442C-9E06-C8B1EFB2D0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15019FAA-AE89-4887-BF60-2A4A963469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6D19C30B-2650-46CA-A64D-A2BD08980C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BEAB47B-8333-4196-A8CD-8B91B5FC55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46644502-2458-4BB8-A8F9-3A9D8566BCC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42225" y="2245856"/>
            <a:ext cx="2943606" cy="6654388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200"/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7DED469-FE6A-4600-AAA7-5DC398796C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572100" y="2245856"/>
            <a:ext cx="2940300" cy="6654388"/>
          </a:xfr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05F1C25-59B0-4298-98BC-B0D9592D3B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37E3339-C53A-4809-9E89-5012E99E6F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D7F72-B8ED-43D1-B58D-D1D8F4EE59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640A4E8B-F7A7-4336-89D3-EC5C18EF33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754BF8FD-0D96-4D4E-AE4F-16AAFA0B354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757075" y="1320480"/>
            <a:ext cx="587250" cy="7262640"/>
          </a:xfrm>
        </p:spPr>
        <p:txBody>
          <a:bodyPr xmlns:a="http://schemas.openxmlformats.org/drawingml/2006/main" vert="eaVert" lIns="90000" tIns="46800" rIns="90000" bIns="46800" anchor="ctr">
            <a:normAutofit/>
          </a:bodyPr>
          <a:lstStyle xmlns:a="http://schemas.openxmlformats.org/drawingml/2006/main">
            <a:lvl1pPr>
              <a:buNone/>
              <a:defRPr sz="21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BC99A00-B60E-424C-A85D-69F5766BB1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320480"/>
            <a:ext cx="5157675" cy="7262640"/>
          </a:xfrm>
        </p:spPr>
        <p:txBody>
          <a:bodyPr xmlns:a="http://schemas.openxmlformats.org/drawingml/2006/main" vert="eaVert" lIns="46800" tIns="46800" rIns="46800" bIns="46800"/>
          <a:lstStyle xmlns:a="http://schemas.openxmlformats.org/drawingml/2006/main">
            <a:lvl1pPr marL="171450" indent="-171450">
              <a:spcAft>
                <a:spcPts val="1000"/>
              </a:spcAft>
              <a:buNone/>
              <a:defRPr spc="300"/>
            </a:lvl1pPr>
            <a:lvl2pPr marL="514350" indent="-171450">
              <a:buNone/>
              <a:defRPr spc="300"/>
            </a:lvl2pPr>
            <a:lvl3pPr marL="857250" indent="-171450">
              <a:buNone/>
              <a:defRPr spc="300"/>
            </a:lvl3pPr>
            <a:lvl4pPr marL="1200150" indent="-171450">
              <a:buNone/>
              <a:defRPr spc="300"/>
            </a:lvl4pPr>
            <a:lvl5pPr marL="1543050" indent="-171450">
              <a:buNone/>
              <a:defRPr spc="300"/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C4543D8-910D-4BF2-9FD0-6C07BD73FE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77ECF38-BA39-447F-89AF-7ABA01A66C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2EF846B-ACF7-4A18-BECC-AB358561DA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D41050CF-4904-440F-B094-D8104F8BF4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F3E42E7-A454-4F35-816C-BA6D2685DC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E641B5DE-A086-416B-BBE3-47D7485864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B5CD19CE-F3FC-4677-B152-4BEF6946D1EE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342225" y="1117729"/>
            <a:ext cx="6172200" cy="791768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1E95AB68-B396-4A85-B8C3-C99C7DDB80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D916FE1-7110-4CA6-AB76-2D25102B58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D0943E3-A25B-444F-95C9-46C444DCBA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357521D-5083-4E58-A8A4-15A31829972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74325" y="3462361"/>
            <a:ext cx="5512050" cy="1596013"/>
          </a:xfrm>
        </p:spPr>
        <p:txBody>
          <a:bodyPr xmlns:a="http://schemas.openxmlformats.org/drawingml/2006/main" vert="horz" lIns="90000" tIns="46800" rIns="90000" bIns="46800" anchor="t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4CDE48C1-BC57-422E-ACDA-2093A510CD98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4325" y="5141554"/>
            <a:ext cx="5512050" cy="727824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algn="ctr">
              <a:lnSpc>
                <a:spcPct val="110000"/>
              </a:lnSpc>
              <a:buNone/>
              <a:defRPr sz="1800" spc="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d7308e9fbf4322" /><Relationship Type="http://schemas.openxmlformats.org/officeDocument/2006/relationships/slideLayout" Target="/ppt/slideLayouts/slideLayout1.xml" Id="R51d6bc514e4a44d6" /><Relationship Type="http://schemas.openxmlformats.org/officeDocument/2006/relationships/slideLayout" Target="/ppt/slideLayouts/slideLayout2.xml" Id="Raaa3a8bc38ae4754" /><Relationship Type="http://schemas.openxmlformats.org/officeDocument/2006/relationships/slideLayout" Target="/ppt/slideLayouts/slideLayout3.xml" Id="Rb80a88d6e526454b" /><Relationship Type="http://schemas.openxmlformats.org/officeDocument/2006/relationships/slideLayout" Target="/ppt/slideLayouts/slideLayout4.xml" Id="Rcccab21787a148fe" /><Relationship Type="http://schemas.openxmlformats.org/officeDocument/2006/relationships/slideLayout" Target="/ppt/slideLayouts/slideLayout5.xml" Id="R3888ceda861742ea" /><Relationship Type="http://schemas.openxmlformats.org/officeDocument/2006/relationships/slideLayout" Target="/ppt/slideLayouts/slideLayout6.xml" Id="Ree4ec4bd9c514e5d" /><Relationship Type="http://schemas.openxmlformats.org/officeDocument/2006/relationships/slideLayout" Target="/ppt/slideLayouts/slideLayout7.xml" Id="R8825574429e74000" /><Relationship Type="http://schemas.openxmlformats.org/officeDocument/2006/relationships/slideLayout" Target="/ppt/slideLayouts/slideLayout8.xml" Id="R7df82b2147194cc1" /><Relationship Type="http://schemas.openxmlformats.org/officeDocument/2006/relationships/slideLayout" Target="/ppt/slideLayouts/slideLayout9.xml" Id="R0b8941fb70ce430f" /><Relationship Type="http://schemas.openxmlformats.org/officeDocument/2006/relationships/slideLayout" Target="/ppt/slideLayouts/slideLayout10.xml" Id="R385a008a601e48b2" /><Relationship Type="http://schemas.openxmlformats.org/officeDocument/2006/relationships/slideLayout" Target="/ppt/slideLayouts/slideLayout11.xml" Id="Rea099b0fc70e4ae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384F078-C728-4858-AAF1-D77EFB026C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225" y="878587"/>
            <a:ext cx="6170175" cy="10189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170" tIns="46990" rIns="90170" bIns="4699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B9B3FE4-5C93-4C9E-8BC1-BCBACC703B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225" y="2152278"/>
            <a:ext cx="6170175" cy="6872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51E070E-C010-409E-8BAB-8770016C021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44250" y="9118590"/>
            <a:ext cx="1518750" cy="4574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75D4ADC-CE8A-4BDF-8FB2-C02C55913FB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2315250" y="9118590"/>
            <a:ext cx="2227500" cy="4574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EF69507-9C60-45B3-A119-F03C12E6790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4993650" y="9118590"/>
            <a:ext cx="1518750" cy="4574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d6bc514e4a44d6"/>
    <p:sldLayoutId xmlns:r="http://schemas.openxmlformats.org/officeDocument/2006/relationships" id="2147483650" r:id="Raaa3a8bc38ae4754"/>
    <p:sldLayoutId xmlns:r="http://schemas.openxmlformats.org/officeDocument/2006/relationships" id="2147483651" r:id="Rb80a88d6e526454b"/>
    <p:sldLayoutId xmlns:r="http://schemas.openxmlformats.org/officeDocument/2006/relationships" id="2147483652" r:id="Rcccab21787a148fe"/>
    <p:sldLayoutId xmlns:r="http://schemas.openxmlformats.org/officeDocument/2006/relationships" id="2147483653" r:id="R3888ceda861742ea"/>
    <p:sldLayoutId xmlns:r="http://schemas.openxmlformats.org/officeDocument/2006/relationships" id="2147483654" r:id="Ree4ec4bd9c514e5d"/>
    <p:sldLayoutId xmlns:r="http://schemas.openxmlformats.org/officeDocument/2006/relationships" id="2147483655" r:id="R8825574429e74000"/>
    <p:sldLayoutId xmlns:r="http://schemas.openxmlformats.org/officeDocument/2006/relationships" id="2147483656" r:id="R7df82b2147194cc1"/>
    <p:sldLayoutId xmlns:r="http://schemas.openxmlformats.org/officeDocument/2006/relationships" id="2147483657" r:id="R0b8941fb70ce430f"/>
    <p:sldLayoutId xmlns:r="http://schemas.openxmlformats.org/officeDocument/2006/relationships" id="2147483658" r:id="R385a008a601e48b2"/>
    <p:sldLayoutId xmlns:r="http://schemas.openxmlformats.org/officeDocument/2006/relationships" id="2147483659" r:id="Rea099b0fc70e4ae0"/>
  </p:sldLayoutIdLst>
  <p:txStyles>
    <p:titleStyle>
      <a:lvl1pPr xmlns:a="http://schemas.openxmlformats.org/drawingml/2006/main" algn="l" defTabSz="685800">
        <a:lnSpc>
          <a:spcPct val="100000"/>
        </a:lnSpc>
        <a:spcBef>
          <a:spcPct val="0"/>
        </a:spcBef>
        <a:buNone/>
        <a:defRPr sz="2700" b="0" u="none" kern="1200" cap="none" spc="300" baseline="0">
          <a:solidFill>
            <a:schemeClr val="tx1">
              <a:lumMod val="85000"/>
              <a:lumOff val="15000"/>
            </a:schemeClr>
          </a:solidFill>
          <a:latin typeface="+mj-ea"/>
          <a:ea typeface="+mj-ea"/>
          <a:cs typeface="+mj-ea"/>
        </a:defRPr>
      </a:lvl1pPr>
    </p:titleStyle>
    <p:bodyStyle>
      <a:lvl1pPr xmlns:a="http://schemas.openxmlformats.org/drawingml/2006/main" marL="171450" indent="-171450" algn="l" defTabSz="685800">
        <a:lnSpc>
          <a:spcPct val="130000"/>
        </a:lnSpc>
        <a:spcBef>
          <a:spcPts val="0"/>
        </a:spcBef>
        <a:spcAft>
          <a:spcPts val="1000"/>
        </a:spcAft>
        <a:buFont typeface="Arial"/>
        <a:buChar char="●"/>
        <a:defRPr sz="13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tabLst>
          <a:tab pos="1207135" algn="l"/>
          <a:tab pos="1207135" algn="l"/>
          <a:tab pos="1207135" algn="l"/>
          <a:tab pos="1207135" algn="l"/>
        </a:tabLst>
        <a:defRPr sz="12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defRPr sz="12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120000"/>
        </a:lnSpc>
        <a:spcBef>
          <a:spcPts val="0"/>
        </a:spcBef>
        <a:spcAft>
          <a:spcPts val="300"/>
        </a:spcAft>
        <a:buFont typeface="Wingdings"/>
        <a:buChar char=""/>
        <a:defRPr sz="10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120000"/>
        </a:lnSpc>
        <a:spcBef>
          <a:spcPts val="0"/>
        </a:spcBef>
        <a:spcAft>
          <a:spcPts val="300"/>
        </a:spcAft>
        <a:buFont typeface="Arial"/>
        <a:buChar char="•"/>
        <a:defRPr sz="10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ac3990f361448e5"/><Relationship Type="http://schemas.openxmlformats.org/officeDocument/2006/relationships/image" Target="/ppt/media/image.png" Id="R7402e138a97b4aa1"/><Relationship Type="http://schemas.openxmlformats.org/officeDocument/2006/relationships/image" Target="/ppt/media/image2.png" Id="Rf639409f8c95484c"/><Relationship Type="http://schemas.openxmlformats.org/officeDocument/2006/relationships/image" Target="/ppt/media/image3.png" Id="Ra6f96ea260324400"/><Relationship Type="http://schemas.openxmlformats.org/officeDocument/2006/relationships/image" Target="/ppt/media/image4.png" Id="R7b9bc9651a5b4057"/><Relationship Type="http://schemas.openxmlformats.org/officeDocument/2006/relationships/image" Target="/ppt/media/image5.png" Id="R00539def6f894256"/><Relationship Type="http://schemas.openxmlformats.org/officeDocument/2006/relationships/image" Target="/ppt/media/image6.png" Id="Rd6415b4cbe314a3e"/><Relationship Type="http://schemas.openxmlformats.org/officeDocument/2006/relationships/image" Target="/ppt/media/image7.png" Id="R098ca7bff0e940e5"/><Relationship Type="http://schemas.openxmlformats.org/officeDocument/2006/relationships/notesSlide" Target="/ppt/notesSlides/notesSlide1.xml" Id="R76983be775b24703"/><Relationship Id="rIdNoResult" Type="http://schemas.openxmlformats.org/officeDocument/2006/relationships/image" Target="../media/no_result_circle_slash.png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2e138a97b4a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9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39409f8c9548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97200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10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f96ea26032440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194400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11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bc9651a5b405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291600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12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39def6f89425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388800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1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15b4cbe314a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486000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14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8ca7bff0e940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00" y="5832000"/>
            <a:ext cx="6778800" cy="1129800"/>
          </a:xfrm>
          <a:prstGeom xmlns:a="http://schemas.openxmlformats.org/drawingml/2006/main" prst="rect">
            <a:avLst/>
          </a:prstGeom>
        </p:spPr>
      </p:pic>
      <p:pic>
        <p:nvPicPr>
          <p:cNvPr id="15" name="No result S4 Hbb-bh1 DeepVelo_scv" descr="No result: gastrulation Hbb-bh1, DeepVelo_scv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5445200" y="469900"/>
            <ns5:ext cx="558800" cy="406400"/>
          </ns5:xfrm>
          <ns6:prstGeom xmlns:ns6="http://schemas.openxmlformats.org/drawingml/2006/main" prst="rect">
            <ns6:avLst/>
          </ns6:prstGeom>
        </p:spPr>
      </p:pic>
      <p:pic>
        <p:nvPicPr>
          <p:cNvPr id="16" name="No result S4 Hbb-y DeepVelo_scv" descr="No result: gastrulation Hbb-y, DeepVelo_scv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5445200" y="1441900"/>
            <ns5:ext cx="558800" cy="406400"/>
          </ns5:xfrm>
          <ns6:prstGeom xmlns:ns6="http://schemas.openxmlformats.org/drawingml/2006/main" prst="rect">
            <ns6:avLst/>
          </ns6:prstGeom>
        </p:spPr>
      </p:pic>
      <p:pic>
        <p:nvPicPr>
          <p:cNvPr id="17" name="No result S4 Hbb-bh1 TIvelo" descr="No result: gastrulation Hbb-bh1, TIvelo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2432400" y="469900"/>
            <ns5:ext cx="558800" cy="406400"/>
          </ns5:xfrm>
          <ns6:prstGeom xmlns:ns6="http://schemas.openxmlformats.org/drawingml/2006/main" prst="rect">
            <ns6:avLst/>
          </ns6:prstGeom>
        </p:spPr>
      </p:pic>
      <p:pic>
        <p:nvPicPr>
          <p:cNvPr id="18" name="No result S4 Hbb-y TIvelo" descr="No result: gastrulation Hbb-y, TIvelo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2432400" y="1441900"/>
            <ns5:ext cx="558800" cy="406400"/>
          </ns5:xfrm>
          <ns6:prstGeom xmlns:ns6="http://schemas.openxmlformats.org/drawingml/2006/main" prst="rect">
            <ns6:avLst/>
          </ns6:prstGeom>
        </p:spPr>
      </p:pic>
      <p:pic>
        <p:nvPicPr>
          <p:cNvPr id="19" name="No result S4 Ncf4 veloVI" descr="No result: gastrulation Ncf4, veloVI"/>
          <p:cNvPicPr/>
          <p:nvPr/>
        </p:nvPicPr>
        <p:blipFill>
          <ns1:blip xmlns:ns1="http://schemas.openxmlformats.org/drawingml/2006/main" xmlns:ns2="http://schemas.openxmlformats.org/officeDocument/2006/relationships" ns2:embed="rIdNoResult"/>
          <ns3:srcRect xmlns:ns3="http://schemas.openxmlformats.org/drawingml/2006/main" l="0" t="0" r="0" b="0"/>
          <ns4:stretch xmlns:ns4="http://schemas.openxmlformats.org/drawingml/2006/main">
            <ns4:fillRect/>
          </ns4:stretch>
        </p:blipFill>
        <p:spPr>
          <ns5:xfrm xmlns:ns5="http://schemas.openxmlformats.org/drawingml/2006/main">
            <ns5:off x="3185600" y="5329900"/>
            <ns5:ext cx="558800" cy="406400"/>
          </ns5:xfrm>
          <ns6:prstGeom xmlns:ns6="http://schemas.openxmlformats.org/drawingml/2006/main" prst="rect">
            <ns6:avLst/>
          </ns6:prstGeom>
        </p:spPr>
      </p:pic>
    </p:spTree>
    <p:extLst>
      <p:ext uri="{BB962C8B-B14F-4D97-AF65-F5344CB8AC3E}">
        <p14:creationId xmlns:p14="http://schemas.microsoft.com/office/powerpoint/2010/main" val="1529744523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2026-09-27T11:53:53.6290000Z</dcterms:created>
  <dcterms:modified xsi:type="dcterms:W3CDTF">2026-09-27T11:53:53.6290000Z</dcterms:modified>
</coreProperties>
</file>