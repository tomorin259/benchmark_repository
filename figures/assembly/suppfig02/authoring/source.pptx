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f50e2bc0aa4004" /><Relationship Type="http://schemas.openxmlformats.org/officeDocument/2006/relationships/extended-properties" Target="/docProps/app.xml" Id="Rc27997b3a07b4afa" /><Relationship Type="http://schemas.openxmlformats.org/officeDocument/2006/relationships/officeDocument" Target="/ppt/presentation.xml" Id="R23d5fc863e2140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ac4c1c12b0479a"/>
  </p:sldMasterIdLst>
  <p:notesMasterIdLst>
    <p:notesMasterId xmlns:r="http://schemas.openxmlformats.org/officeDocument/2006/relationships" r:id="Ra8633d5ad6174ecf"/>
  </p:notesMasterIdLst>
  <p:sldIdLst>
    <p:sldId xmlns:r="http://schemas.openxmlformats.org/officeDocument/2006/relationships" id="256" r:id="Ra986fca96ede4e59"/>
  </p:sldIdLst>
  <p:sldSz cx="6858000" cy="99034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60000" cy="360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cc9b531b32476b" /><Relationship Type="http://schemas.openxmlformats.org/officeDocument/2006/relationships/slideMaster" Target="/ppt/slideMasters/slideMaster1.xml" Id="Rc2ac4c1c12b0479a" /><Relationship Type="http://schemas.openxmlformats.org/officeDocument/2006/relationships/notesMaster" Target="/ppt/notesMasters/notesMaster1.xml" Id="Ra8633d5ad6174ecf" /><Relationship Type="http://schemas.openxmlformats.org/officeDocument/2006/relationships/presProps" Target="/ppt/presProps.xml" Id="Rd73a185174cf421a" /><Relationship Type="http://schemas.openxmlformats.org/officeDocument/2006/relationships/viewProps" Target="/ppt/viewProps.xml" Id="Rb2ff0b466fa34574" /><Relationship Type="http://schemas.openxmlformats.org/officeDocument/2006/relationships/tableStyles" Target="/ppt/tableStyles.xml" Id="R9315e3e396d54116" /><Relationship Type="http://schemas.openxmlformats.org/officeDocument/2006/relationships/slide" Target="/ppt/slides/slide1.xml" Id="Ra986fca96ede4e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82486bc7dc42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f5e986aec4036" /><Relationship Type="http://schemas.openxmlformats.org/officeDocument/2006/relationships/notesMaster" Target="/ppt/notesMasters/notesMaster1.xml" Id="Ra27bacc712e040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80a2f1e314a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481e95ba149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183a8723147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0068a1ff034f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7e625903243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7ccb2a6124ab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8c992678a42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be368c326402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10dd3846a471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4c20b6b5c43f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eb56107be416d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B3D276D-7545-4586-A127-7D2A47614D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4325" y="1320480"/>
            <a:ext cx="5512050" cy="3711901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1A12D37-0533-4B9A-83A5-3BF505FB9E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74325" y="5141554"/>
            <a:ext cx="5512050" cy="212628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5C75001B-CD0A-4F47-8CF3-D40B7BF436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7155C091-1EF7-47EA-8850-C62DDE13E4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5884B907-AB08-43FD-8EFB-01C63B48E8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B211659-368B-44CD-99BF-ED321D181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38F8724-C911-4D22-A242-161CC1376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52278"/>
            <a:ext cx="6170175" cy="687273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14BC098-4C1E-4577-9BE0-B12723AE51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CFF44D7-B183-4698-B956-33ECF3A867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12DB800-1CAB-4D50-AFD0-52095B35E9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479693-33CC-49A1-A490-555826E251C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19825" y="5557453"/>
            <a:ext cx="4369950" cy="1107332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33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497444-7678-4E97-866E-87C664C6D6F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19825" y="6664785"/>
            <a:ext cx="4369950" cy="1252896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BFFD5C5-4B90-4A15-9710-3E082DC288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533EE3-1C2E-4611-9975-9BF3949678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481606-F5FE-4A90-8B09-4A7910DD6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481108-3BD7-442B-AD3B-176D01D7BC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A85AF0C-860D-4DB5-88D2-2B51114005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67875"/>
            <a:ext cx="2911950" cy="685713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ACE99E0-DEF8-4A37-B416-2F3169B2E65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606525" y="2167875"/>
            <a:ext cx="2911950" cy="6857138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5B9900C-C0D3-4EB0-95E9-AC4DEC3676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80F2CAE-4291-43DD-B9A1-D7210AD25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C0184E4-7EF8-46D1-B69F-B397992C37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75DFAA4-B108-4514-B0A0-B374DB4EE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534E6A0-2595-44EB-89E0-0DF408D98CC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42225" y="2027509"/>
            <a:ext cx="3005100" cy="597855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53ED23D-A5ED-48E5-87B2-656C3C29598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225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F9BFFEE-EC46-458F-879F-281C66D8E471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07609" y="2027509"/>
            <a:ext cx="3005100" cy="597855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B38E8E2-1F43-4AB0-A896-52C40603F4E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07609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BD1721B-6AAF-4B9E-B625-BE76B9DC31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D55F5E8-F487-49D8-B3FC-EE33F58A2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EA62F12-0643-4E2C-A4AC-E07A2692FF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D84095B-53C3-4F96-A501-8E425AA8CF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3EFE8C8-A34F-475C-9EFF-0331768F69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CE6087C-A2FA-4E95-B0C4-A0D7DF26E9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4EFF0A4-3855-4A72-8885-69F1A56A0D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9E8C5AB-0352-440A-BD9C-71757A3F7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26B60DF-C181-4034-BC8F-835C542722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5D05464-AA53-45E6-8F7D-B470A6203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7EB4ECD-B055-48B0-9407-1E8D512A3C4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42225" y="2245856"/>
            <a:ext cx="2943606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0638AB2-65E4-419E-9B8E-A6D06A2420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2100" y="2245856"/>
            <a:ext cx="2940300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93BD26-FFF8-40C9-B050-368B14F202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1D95BF5-BF4E-48DF-B3BB-22BD7D8F1D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EE05694-CDDC-4CAC-A818-D13106F29A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38A9DAE-FB28-4500-A76D-92AEF8BBF8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9783DDE-769C-4F9E-8A0C-03B03A220BD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57075" y="1320480"/>
            <a:ext cx="587250" cy="726264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E69F5A-F986-437A-8603-A16CF49681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320480"/>
            <a:ext cx="5157675" cy="726264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83457B2-D478-480A-AF24-07BF5FD01A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151A53D-425E-4BFD-A1F4-5B7A0A94EA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3DC99E3-72BE-4DD9-B6B0-5FCF48F683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ABF2BF3-12ED-4667-9487-7BDB777396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80F2580-BD4B-4DFA-9187-8009D57FE1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51D26E8-7791-4CA9-A6D0-A70FE28B49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A57D7F00-38AC-4787-9C5B-2C0900D39258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42225" y="1117729"/>
            <a:ext cx="6172200" cy="79176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9907029-FC57-42F2-9137-920A2969EC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160EA80-5446-481F-A01E-AED33DBA2E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4DC66E7-4077-4C6F-8140-8A60F2C335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9A9B2D1-F0C4-4799-B048-DBC6070041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325" y="3462361"/>
            <a:ext cx="5512050" cy="1596013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53BEB2AE-6F62-43A1-A44B-A2737327756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4325" y="5141554"/>
            <a:ext cx="5512050" cy="727824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15d6ff2e854c67" /><Relationship Type="http://schemas.openxmlformats.org/officeDocument/2006/relationships/slideLayout" Target="/ppt/slideLayouts/slideLayout1.xml" Id="R9f6a91984af746fb" /><Relationship Type="http://schemas.openxmlformats.org/officeDocument/2006/relationships/slideLayout" Target="/ppt/slideLayouts/slideLayout2.xml" Id="R83aa870b6f4e45ed" /><Relationship Type="http://schemas.openxmlformats.org/officeDocument/2006/relationships/slideLayout" Target="/ppt/slideLayouts/slideLayout3.xml" Id="Re1d579ae2d6e42c9" /><Relationship Type="http://schemas.openxmlformats.org/officeDocument/2006/relationships/slideLayout" Target="/ppt/slideLayouts/slideLayout4.xml" Id="R0e265c5a6ac445cb" /><Relationship Type="http://schemas.openxmlformats.org/officeDocument/2006/relationships/slideLayout" Target="/ppt/slideLayouts/slideLayout5.xml" Id="R195ee8f4eb8c4936" /><Relationship Type="http://schemas.openxmlformats.org/officeDocument/2006/relationships/slideLayout" Target="/ppt/slideLayouts/slideLayout6.xml" Id="Rddc851e4ec774daf" /><Relationship Type="http://schemas.openxmlformats.org/officeDocument/2006/relationships/slideLayout" Target="/ppt/slideLayouts/slideLayout7.xml" Id="Ra028d30112e44d5f" /><Relationship Type="http://schemas.openxmlformats.org/officeDocument/2006/relationships/slideLayout" Target="/ppt/slideLayouts/slideLayout8.xml" Id="Rc481ea5b456543ff" /><Relationship Type="http://schemas.openxmlformats.org/officeDocument/2006/relationships/slideLayout" Target="/ppt/slideLayouts/slideLayout9.xml" Id="R60f64a8b8bde4cda" /><Relationship Type="http://schemas.openxmlformats.org/officeDocument/2006/relationships/slideLayout" Target="/ppt/slideLayouts/slideLayout10.xml" Id="R30398fee093e4f0d" /><Relationship Type="http://schemas.openxmlformats.org/officeDocument/2006/relationships/slideLayout" Target="/ppt/slideLayouts/slideLayout11.xml" Id="R83b06ef1b6e6488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A862B11-31CC-44FD-8B51-76D18C6C8F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CA263B0-2967-48D0-8C21-21DEFE9FF1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225" y="2152278"/>
            <a:ext cx="6170175" cy="6872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3197F4-0AB2-4321-BB20-FB5A552B5B0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42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774C04-78B3-4242-A3DA-D6B0938DEE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15250" y="9118590"/>
            <a:ext cx="222750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C03B317-49B3-4295-B26B-89F40FF0D3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936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6a91984af746fb"/>
    <p:sldLayoutId xmlns:r="http://schemas.openxmlformats.org/officeDocument/2006/relationships" id="2147483650" r:id="R83aa870b6f4e45ed"/>
    <p:sldLayoutId xmlns:r="http://schemas.openxmlformats.org/officeDocument/2006/relationships" id="2147483651" r:id="Re1d579ae2d6e42c9"/>
    <p:sldLayoutId xmlns:r="http://schemas.openxmlformats.org/officeDocument/2006/relationships" id="2147483652" r:id="R0e265c5a6ac445cb"/>
    <p:sldLayoutId xmlns:r="http://schemas.openxmlformats.org/officeDocument/2006/relationships" id="2147483653" r:id="R195ee8f4eb8c4936"/>
    <p:sldLayoutId xmlns:r="http://schemas.openxmlformats.org/officeDocument/2006/relationships" id="2147483654" r:id="Rddc851e4ec774daf"/>
    <p:sldLayoutId xmlns:r="http://schemas.openxmlformats.org/officeDocument/2006/relationships" id="2147483655" r:id="Ra028d30112e44d5f"/>
    <p:sldLayoutId xmlns:r="http://schemas.openxmlformats.org/officeDocument/2006/relationships" id="2147483656" r:id="Rc481ea5b456543ff"/>
    <p:sldLayoutId xmlns:r="http://schemas.openxmlformats.org/officeDocument/2006/relationships" id="2147483657" r:id="R60f64a8b8bde4cda"/>
    <p:sldLayoutId xmlns:r="http://schemas.openxmlformats.org/officeDocument/2006/relationships" id="2147483658" r:id="R30398fee093e4f0d"/>
    <p:sldLayoutId xmlns:r="http://schemas.openxmlformats.org/officeDocument/2006/relationships" id="2147483659" r:id="R83b06ef1b6e6488b"/>
  </p:sldLayoutIdLst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xmlns:a="http://schemas.openxmlformats.org/drawingml/2006/main"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836fb8960f04930"/><Relationship Type="http://schemas.openxmlformats.org/officeDocument/2006/relationships/image" Target="/ppt/media/image.png" Id="Rae7f5a7fded4434b"/><Relationship Type="http://schemas.openxmlformats.org/officeDocument/2006/relationships/image" Target="/ppt/media/image2.png" Id="Rd15976edf41a4d7e"/><Relationship Type="http://schemas.openxmlformats.org/officeDocument/2006/relationships/image" Target="/ppt/media/image3.png" Id="R2aa0466b8ee14c26"/><Relationship Type="http://schemas.openxmlformats.org/officeDocument/2006/relationships/image" Target="/ppt/media/image4.png" Id="Rc8de2de762004154"/><Relationship Type="http://schemas.openxmlformats.org/officeDocument/2006/relationships/image" Target="/ppt/media/image5.png" Id="R6c4b1858e0074bfb"/><Relationship Type="http://schemas.openxmlformats.org/officeDocument/2006/relationships/image" Target="/ppt/media/image6.png" Id="Re7d9f872166946dd"/><Relationship Type="http://schemas.openxmlformats.org/officeDocument/2006/relationships/image" Target="/ppt/media/image7.png" Id="R6960705f273e4e8c"/><Relationship Type="http://schemas.openxmlformats.org/officeDocument/2006/relationships/image" Target="/ppt/media/image8.png" Id="Rc7b7e968c49843dc"/><Relationship Type="http://schemas.openxmlformats.org/officeDocument/2006/relationships/image" Target="/ppt/media/image9.png" Id="R49f4c1626b6d4abb"/><Relationship Type="http://schemas.openxmlformats.org/officeDocument/2006/relationships/notesSlide" Target="/ppt/notesSlides/notesSlide1.xml" Id="R2d16837b85794a8c"/><Relationship Id="rIdNoResult" Type="http://schemas.openxmlformats.org/officeDocument/2006/relationships/image" Target="../media/no_result_circle_slash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f5a7fded443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1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976edf41a4d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972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2" name="图片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0466b8ee14c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1944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3" name="图片 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e2de7620041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2916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4" name="图片 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b1858e0074b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3888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5" name="图片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9f872166946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4860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6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0705f273e4e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5832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7" name="图片 1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7e968c49843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6804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8" name="图片 1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4c1626b6d4a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7776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9" name="No result S2 Anks1b DeepVelo_scv" descr="No result: retina Anks1b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469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0" name="No result S2 Calm2 DeepVelo_scv" descr="No result: retina Calm2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2413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1" name="No result S2 Hcn1 DeepVelo_scv" descr="No result: retina Hcn1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4357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2" name="No result S2 Rasgef1b DeepVelo_scv" descr="No result: retina Rasgef1b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6301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3" name="No result S2 Anks1b TIvelo" descr="No result: retina Anks1b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469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4" name="No result S2 Calm2 TIvelo" descr="No result: retina Calm2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2413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5" name="No result S2 Hcn1 TIvelo" descr="No result: retina Hcn1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4357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6" name="No result S2 Rasgef1b TIvelo" descr="No result: retina Rasgef1b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6301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7" name="No result S2 Calm2 veloVI" descr="No result: retina Calm2, veloVI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3185600" y="2413900"/>
            <ns5:ext cx="558800" cy="406400"/>
          </ns5:xfrm>
          <ns6:prstGeom xmlns:ns6="http://schemas.openxmlformats.org/drawingml/2006/main" prst="rect">
            <ns6:avLst/>
          </ns6:prstGeom>
        </p:spPr>
      </p:pic>
    </p:spTree>
    <p:extLst>
      <p:ext uri="{BB962C8B-B14F-4D97-AF65-F5344CB8AC3E}">
        <p14:creationId xmlns:p14="http://schemas.microsoft.com/office/powerpoint/2010/main" val="1821303955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2026-09-27T11:53:12.1740000Z</dcterms:created>
  <dcterms:modified xsi:type="dcterms:W3CDTF">2026-09-27T11:53:12.1740000Z</dcterms:modified>
</coreProperties>
</file>