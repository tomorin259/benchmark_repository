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b54dcd759c464d" /><Relationship Type="http://schemas.openxmlformats.org/officeDocument/2006/relationships/extended-properties" Target="/docProps/app.xml" Id="R49e67efb356541fe" /><Relationship Type="http://schemas.openxmlformats.org/officeDocument/2006/relationships/officeDocument" Target="/ppt/presentation.xml" Id="Reb2e7ebf986d40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f8785fbff74b54"/>
  </p:sldMasterIdLst>
  <p:notesMasterIdLst>
    <p:notesMasterId xmlns:r="http://schemas.openxmlformats.org/officeDocument/2006/relationships" r:id="Rba42c4c397d347ce"/>
  </p:notesMasterIdLst>
  <p:sldIdLst>
    <p:sldId xmlns:r="http://schemas.openxmlformats.org/officeDocument/2006/relationships" id="256" r:id="R5f89b579ca1441cf"/>
  </p:sldIdLst>
  <p:sldSz cx="6858000" cy="990346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5712e4477d4639" /><Relationship Type="http://schemas.openxmlformats.org/officeDocument/2006/relationships/slideMaster" Target="/ppt/slideMasters/slideMaster1.xml" Id="Reff8785fbff74b54" /><Relationship Type="http://schemas.openxmlformats.org/officeDocument/2006/relationships/notesMaster" Target="/ppt/notesMasters/notesMaster1.xml" Id="Rba42c4c397d347ce" /><Relationship Type="http://schemas.openxmlformats.org/officeDocument/2006/relationships/presProps" Target="/ppt/presProps.xml" Id="R847b68569ecf4a6f" /><Relationship Type="http://schemas.openxmlformats.org/officeDocument/2006/relationships/viewProps" Target="/ppt/viewProps.xml" Id="R128ad5ea91914b42" /><Relationship Type="http://schemas.openxmlformats.org/officeDocument/2006/relationships/tableStyles" Target="/ppt/tableStyles.xml" Id="R2aba99c599d9449b" /><Relationship Type="http://schemas.openxmlformats.org/officeDocument/2006/relationships/slide" Target="/ppt/slides/slide1.xml" Id="R5f89b579ca1441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c619860f7440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1f7047237f4a00" /><Relationship Type="http://schemas.openxmlformats.org/officeDocument/2006/relationships/notesMaster" Target="/ppt/notesMasters/notesMaster1.xml" Id="R2948614bd34b40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e9cb1f3e84d0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36bc9217e4b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0d0cee2a944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d7cdf942d4f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317c219ed46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59cae17de464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ce624fa4c494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ae435fefc409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c33795dcb4a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edd62ffa70472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e9d3328324493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B016240-2F3D-4A49-9C38-151D517D8C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74325" y="1320480"/>
            <a:ext cx="5512050" cy="3711901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1E67C97-3A89-4B75-ADF6-79B79A51DF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74325" y="5141554"/>
            <a:ext cx="5512050" cy="2126285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41281BF4-FEE2-459F-95A8-2C7038691F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5F327DD5-8A92-4EB2-A316-23731B7E90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45F8597D-06EC-4E20-ACFD-8512EF45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7AFF4BA-4896-4834-AF8B-84FB0D4D20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60BB834-76F0-4839-8C47-42BDCA7E42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52278"/>
            <a:ext cx="6170175" cy="6872735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113373-83D1-4817-A5ED-C700E93433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FEF0DF0-A7A9-42CC-8B4E-9DFD3277C7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4DFC772-854C-40A4-B70D-782440D4C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87F6FD-21D3-462D-A86D-DE9A849473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19825" y="5557453"/>
            <a:ext cx="4369950" cy="1107332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3300"/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7DAAAFE-9ED9-4981-9AFA-F10770A4517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119825" y="6664785"/>
            <a:ext cx="4369950" cy="1252896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B64F8F5-47E2-4518-B822-EE374D9C40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16EBA22-21AC-4A3A-9604-9FBCB8D5B2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9B4F5BA-E025-4EFD-A5F8-B361B094D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5844E75-E8ED-4769-AB7C-4CF0B541B1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C3BD789-0792-446E-ADC4-1AFC5341DE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67875"/>
            <a:ext cx="2911950" cy="685713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D8E40E1-5CE3-45D6-87B3-70487C24B6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606525" y="2167875"/>
            <a:ext cx="2911950" cy="6857138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DAA2381-9323-490C-B7DC-C9326CD82C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754060F-143F-4A01-B718-CD206683DE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D49B651-BAF2-46D7-AD01-4BEAADEF68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3C97E86-E983-4D38-8FCA-0F5E9579BE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9C4F80F-1C3C-471A-B456-0C6819E6F1D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42225" y="2063900"/>
            <a:ext cx="3005100" cy="551066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6CD15CA-8786-4B57-9C11-A457DE5959D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2225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7668EF4-6D8B-4C4D-B9BF-A8E2A886D600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3507609" y="2053111"/>
            <a:ext cx="3005100" cy="551066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0DF56FB-16D9-49D9-85D1-A408A770DE9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3507609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F1DD386-95B6-4C44-A4F6-14A9A67642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890276D-1130-487A-9EC0-0C08E089C7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B6361DD-F5A8-42FC-B775-A9EB80789E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596972-3E40-41C9-9D16-4804E0C01E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13D597E-A9B1-430A-9EC3-9FD14004D0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793EA79-B2BB-47BD-9C8A-974FEC4A07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2D8FA3D-5E6E-416F-AA3D-CFB5D4CC6C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54E78D7-E87E-452C-B36A-68EB29B03E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3B9E74E-ADAE-46E5-9B20-361195CF80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847E867-F95C-4801-B2B0-156BA85D99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C24A08A-9836-4ED4-B0FB-1CB6B6D8018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42225" y="2245856"/>
            <a:ext cx="2943606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F1FD475-60F2-4576-A7AE-EBE687A5D1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72100" y="2245856"/>
            <a:ext cx="2940300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524923-E5FF-4E62-8037-06D32E68ED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DFD233-F3F3-4C7C-BA62-9F43644945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37E1A8C-28BF-4032-B188-6DDE78C9B9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806BEF48-FE41-4CDF-81B8-44F47CEC2A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887485-F649-4391-8654-371291AD05F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757075" y="1320480"/>
            <a:ext cx="587250" cy="726264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2ACB557-A00F-4231-BACB-E60DD37B28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320480"/>
            <a:ext cx="5157675" cy="726264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F05E4F3-DC69-447A-8105-62812A161C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D77E5A8-1ECA-4C1B-BBEB-44AA1AC8D6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AF0FC08-B01A-4403-92F0-AD68BDD5F6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FFF99C0-B6E2-41C6-87E7-7E1F5C1E6C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2FBE11A-40E7-4AE9-A1B2-4F853CF885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E3D5209-5C00-434C-AE9B-EDA12A82BD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316D5535-4DB3-4FC9-8645-41DD21352B94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342225" y="1117729"/>
            <a:ext cx="6172200" cy="79176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2248542-5975-4BC8-8381-EB8E3893FF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F4FCD00-473B-4E1C-9857-B949D2F9BA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63B0548-2D01-4924-A766-9288A01795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16D1F0-CA30-4D11-879B-F3BDA6214AE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4325" y="3587131"/>
            <a:ext cx="5512050" cy="1471243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18548B3F-9D34-4811-A307-C17612F3EB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4325" y="5141554"/>
            <a:ext cx="5512050" cy="681035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18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a3f773830e4fca" /><Relationship Type="http://schemas.openxmlformats.org/officeDocument/2006/relationships/slideLayout" Target="/ppt/slideLayouts/slideLayout1.xml" Id="Rf1522b38325c4bc7" /><Relationship Type="http://schemas.openxmlformats.org/officeDocument/2006/relationships/slideLayout" Target="/ppt/slideLayouts/slideLayout2.xml" Id="R23e8df616cca4dac" /><Relationship Type="http://schemas.openxmlformats.org/officeDocument/2006/relationships/slideLayout" Target="/ppt/slideLayouts/slideLayout3.xml" Id="R6e98e59760a5438a" /><Relationship Type="http://schemas.openxmlformats.org/officeDocument/2006/relationships/slideLayout" Target="/ppt/slideLayouts/slideLayout4.xml" Id="R230eaed6df794a9c" /><Relationship Type="http://schemas.openxmlformats.org/officeDocument/2006/relationships/slideLayout" Target="/ppt/slideLayouts/slideLayout5.xml" Id="R29f96eff937d46b5" /><Relationship Type="http://schemas.openxmlformats.org/officeDocument/2006/relationships/slideLayout" Target="/ppt/slideLayouts/slideLayout6.xml" Id="R72572cbb3298425d" /><Relationship Type="http://schemas.openxmlformats.org/officeDocument/2006/relationships/slideLayout" Target="/ppt/slideLayouts/slideLayout7.xml" Id="R7c7e66a4ccba46e8" /><Relationship Type="http://schemas.openxmlformats.org/officeDocument/2006/relationships/slideLayout" Target="/ppt/slideLayouts/slideLayout8.xml" Id="Rd7a0f46c055f4729" /><Relationship Type="http://schemas.openxmlformats.org/officeDocument/2006/relationships/slideLayout" Target="/ppt/slideLayouts/slideLayout9.xml" Id="Reba0e33457a3404c" /><Relationship Type="http://schemas.openxmlformats.org/officeDocument/2006/relationships/slideLayout" Target="/ppt/slideLayouts/slideLayout10.xml" Id="Rc07c93206fd146e0" /><Relationship Type="http://schemas.openxmlformats.org/officeDocument/2006/relationships/slideLayout" Target="/ppt/slideLayouts/slideLayout11.xml" Id="Rdf0387732f044e8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196DFF3-77B1-4451-A8B6-B56EF6FD0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926BB2-8D75-48F0-8F50-60E26BE351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225" y="2152278"/>
            <a:ext cx="6170175" cy="6872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A03676E-2AC8-4748-A2DE-1D146BC38AD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442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DD900D8-22BF-4104-B85E-50002836FDB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315250" y="9118590"/>
            <a:ext cx="222750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C5AFA4F-ED0B-401F-860D-13BD7D1D2DD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9936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522b38325c4bc7"/>
    <p:sldLayoutId xmlns:r="http://schemas.openxmlformats.org/officeDocument/2006/relationships" id="2147483650" r:id="R23e8df616cca4dac"/>
    <p:sldLayoutId xmlns:r="http://schemas.openxmlformats.org/officeDocument/2006/relationships" id="2147483651" r:id="R6e98e59760a5438a"/>
    <p:sldLayoutId xmlns:r="http://schemas.openxmlformats.org/officeDocument/2006/relationships" id="2147483652" r:id="R230eaed6df794a9c"/>
    <p:sldLayoutId xmlns:r="http://schemas.openxmlformats.org/officeDocument/2006/relationships" id="2147483653" r:id="R29f96eff937d46b5"/>
    <p:sldLayoutId xmlns:r="http://schemas.openxmlformats.org/officeDocument/2006/relationships" id="2147483654" r:id="R72572cbb3298425d"/>
    <p:sldLayoutId xmlns:r="http://schemas.openxmlformats.org/officeDocument/2006/relationships" id="2147483655" r:id="R7c7e66a4ccba46e8"/>
    <p:sldLayoutId xmlns:r="http://schemas.openxmlformats.org/officeDocument/2006/relationships" id="2147483656" r:id="Rd7a0f46c055f4729"/>
    <p:sldLayoutId xmlns:r="http://schemas.openxmlformats.org/officeDocument/2006/relationships" id="2147483657" r:id="Reba0e33457a3404c"/>
    <p:sldLayoutId xmlns:r="http://schemas.openxmlformats.org/officeDocument/2006/relationships" id="2147483658" r:id="Rc07c93206fd146e0"/>
    <p:sldLayoutId xmlns:r="http://schemas.openxmlformats.org/officeDocument/2006/relationships" id="2147483659" r:id="Rdf0387732f044e8b"/>
  </p:sldLayoutIdLst>
  <p:txStyles>
    <p:titleStyle>
      <a:lvl1pPr xmlns:a="http://schemas.openxmlformats.org/drawingml/2006/main" algn="l" defTabSz="685800">
        <a:lnSpc>
          <a:spcPct val="100000"/>
        </a:lnSpc>
        <a:spcBef>
          <a:spcPct val="0"/>
        </a:spcBef>
        <a:buNone/>
        <a:defRPr sz="27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3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207135" algn="l"/>
          <a:tab pos="1207135" algn="l"/>
          <a:tab pos="1207135" algn="l"/>
          <a:tab pos="1207135" algn="l"/>
        </a:tabLst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b42c33de3346aa" /><Relationship Type="http://schemas.openxmlformats.org/officeDocument/2006/relationships/image" Target="/ppt/media/image.png" Id="R87f0c9118e7e4b1a" /><Relationship Type="http://schemas.openxmlformats.org/officeDocument/2006/relationships/image" Target="/ppt/media/image2.png" Id="R0d08a9410dfd407b" /><Relationship Type="http://schemas.openxmlformats.org/officeDocument/2006/relationships/image" Target="/ppt/media/image3.png" Id="R95f8fbad4ffb426a" /><Relationship Type="http://schemas.openxmlformats.org/officeDocument/2006/relationships/notesSlide" Target="/ppt/notesSlides/notesSlide1.xml" Id="Rad6faec461d54f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0c9118e7e4b1a"/>
          <a:srcRect xmlns:a="http://schemas.openxmlformats.org/drawingml/2006/main" l="0" t="6" r="0" b="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72200"/>
            <a:ext cx="6858000" cy="2256790"/>
          </a:xfrm>
          <a:prstGeom xmlns:a="http://schemas.openxmlformats.org/drawingml/2006/main" prst="rect">
            <a:avLst/>
          </a:prstGeom>
        </p:spPr>
      </p:pic>
      <p:pic>
        <p:nvPicPr>
          <p:cNvPr id="3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8a9410dfd407b"/>
          <a:srcRect xmlns:a="http://schemas.openxmlformats.org/drawingml/2006/main" l="0" t="7" r="0" b="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3086100"/>
            <a:ext cx="6858000" cy="3086100"/>
          </a:xfrm>
          <a:prstGeom xmlns:a="http://schemas.openxmlformats.org/drawingml/2006/main" prst="rect">
            <a:avLst/>
          </a:prstGeom>
        </p:spPr>
      </p:pic>
      <p:pic>
        <p:nvPicPr>
          <p:cNvPr id="3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8fbad4ffb426a"/>
          <a:srcRect xmlns:a="http://schemas.openxmlformats.org/drawingml/2006/main" l="0" t="7" r="0" b="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6858000" cy="3086100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7E6F12EF-2486-4AE0-802D-E9E7681B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" y="0"/>
            <a:ext cx="762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000" b="1">
                <a:latin typeface="Arial"/>
                <a:ea typeface="Arial"/>
                <a:cs typeface="Arial"/>
              </a:rPr>
              <a:t>a</a:t>
            </a:r>
            <a:endParaRPr sz="1000" b="1">
              <a:latin typeface="Arial"/>
              <a:ea typeface="Arial"/>
              <a:cs typeface="Arial"/>
            </a:endParaR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EA9A34-9674-4111-BE79-BE0DBEDD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" y="3086100"/>
            <a:ext cx="762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000" b="1">
                <a:latin typeface="Arial"/>
                <a:ea typeface="Arial"/>
                <a:cs typeface="Arial"/>
              </a:rPr>
              <a:t>b</a:t>
            </a:r>
            <a:endParaRPr sz="1000" b="1">
              <a:latin typeface="Arial"/>
              <a:ea typeface="Arial"/>
              <a:cs typeface="Arial"/>
            </a:endParaRP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D9AB566E-310F-4A98-B9AE-3146477F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" y="6172200"/>
            <a:ext cx="762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000" b="1">
                <a:latin typeface="Arial"/>
                <a:ea typeface="Arial"/>
                <a:cs typeface="Arial"/>
              </a:rPr>
              <a:t>c</a:t>
            </a:r>
            <a:endParaRPr sz="1000" b="1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9124219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2026-09-28T09:33:02.6950000Z</dcterms:created>
  <dcterms:modified xsi:type="dcterms:W3CDTF">2026-09-28T09:33:02.6950000Z</dcterms:modified>
</coreProperties>
</file>