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719a34da2d44b45" /><Relationship Type="http://schemas.openxmlformats.org/officeDocument/2006/relationships/extended-properties" Target="/docProps/app.xml" Id="Rb36a72773a1843c9" /><Relationship Type="http://schemas.openxmlformats.org/officeDocument/2006/relationships/officeDocument" Target="/ppt/presentation.xml" Id="R9603abdb86ea490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1700a3f33fe4e3c"/>
  </p:sldMasterIdLst>
  <p:notesMasterIdLst>
    <p:notesMasterId xmlns:r="http://schemas.openxmlformats.org/officeDocument/2006/relationships" r:id="R53d1311382954b92"/>
  </p:notesMasterIdLst>
  <p:sldIdLst>
    <p:sldId xmlns:r="http://schemas.openxmlformats.org/officeDocument/2006/relationships" id="256" r:id="Rbf21713eb1804ef9"/>
  </p:sldIdLst>
  <p:sldSz cx="6858000" cy="990346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howGuides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360000" cy="3600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f6bc25cd7b84119" /><Relationship Type="http://schemas.openxmlformats.org/officeDocument/2006/relationships/slideMaster" Target="/ppt/slideMasters/slideMaster1.xml" Id="R31700a3f33fe4e3c" /><Relationship Type="http://schemas.openxmlformats.org/officeDocument/2006/relationships/notesMaster" Target="/ppt/notesMasters/notesMaster1.xml" Id="R53d1311382954b92" /><Relationship Type="http://schemas.openxmlformats.org/officeDocument/2006/relationships/presProps" Target="/ppt/presProps.xml" Id="R4836feab30d14148" /><Relationship Type="http://schemas.openxmlformats.org/officeDocument/2006/relationships/viewProps" Target="/ppt/viewProps.xml" Id="Rcba69238393a4733" /><Relationship Type="http://schemas.openxmlformats.org/officeDocument/2006/relationships/tableStyles" Target="/ppt/tableStyles.xml" Id="Rf8ebe119da1846de" /><Relationship Type="http://schemas.openxmlformats.org/officeDocument/2006/relationships/slide" Target="/ppt/slides/slide1.xml" Id="Rbf21713eb1804ef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0423eea9f6f42c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苹方-简"/>
        <a:ea typeface="苹方-简"/>
        <a:cs typeface=""/>
      </a:majorFont>
      <a:minorFont>
        <a:latin typeface="苹方-简"/>
        <a:ea typeface="苹方-简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/>
            </a:gs>
            <a:gs pos="100000">
              <a:schemeClr val="phClr"/>
            </a:gs>
          </a:gsLst>
          <a:lin ang="2700000" scaled="0"/>
        </a:gradFill>
      </a:fillStyleLst>
      <a:lnStyleLst>
        <a:ln w="1270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2700">
          <a:gradFill>
            <a:gsLst>
              <a:gs pos="0">
                <a:schemeClr val="phClr"/>
              </a:gs>
              <a:gs pos="100000">
                <a:schemeClr val="phClr"/>
              </a:gs>
            </a:gsLst>
            <a:lin ang="2700000" scaled="1"/>
          </a:gradFill>
          <a:prstDash val="solid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36a1a0f9a07491a" /><Relationship Type="http://schemas.openxmlformats.org/officeDocument/2006/relationships/notesMaster" Target="/ppt/notesMasters/notesMaster1.xml" Id="R1c8ac5e2322a49b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Image refresh: 2026-09-09</a:t>
            </a:r>
          </a:p>
          <a:p xmlns:a="http://schemas.openxmlformats.org/drawingml/2006/main">
            <a:r>
              <a:t>Source package: /mnt/second19T/zhaozelin/velocity/benchmark_repository/evaluation/gene/figures/current_gene_assets_log1p005_20260909</a:t>
            </a:r>
          </a:p>
          <a:p xmlns:a="http://schemas.openxmlformats.org/drawingml/2006/main">
            <a:r>
              <a:t>This refresh changes embedded PPT images only; paper TeX/source content was not edited.</a:t>
            </a:r>
          </a:p>
          <a:p xmlns:a="http://schemas.openxmlformats.org/drawingml/2006/main">
            <a:r>
              <a:t>Supp. Fig. 3 Alas2: /Users/tomorin/Downloads/test1_1/.pptx_update_build_20260909/assets/real/gastrulation/Alas2_9methods_compare.png</a:t>
            </a:r>
          </a:p>
          <a:p xmlns:a="http://schemas.openxmlformats.org/drawingml/2006/main">
            <a:r>
              <a:t>Supp. Fig. 3 Bpgm: /Users/tomorin/Downloads/test1_1/.pptx_update_build_20260909/assets/real/gastrulation/Bpgm_9methods_compare.png</a:t>
            </a:r>
          </a:p>
          <a:p xmlns:a="http://schemas.openxmlformats.org/drawingml/2006/main">
            <a:r>
              <a:t>Supp. Fig. 3 Cdc25b: /Users/tomorin/Downloads/test1_1/.pptx_update_build_20260909/assets/real/gastrulation/Cdc25b_9methods_compare.png</a:t>
            </a:r>
          </a:p>
          <a:p xmlns:a="http://schemas.openxmlformats.org/drawingml/2006/main">
            <a:r>
              <a:t>Supp. Fig. 3 Dhrs11: /Users/tomorin/Downloads/test1_1/.pptx_update_build_20260909/assets/real/gastrulation/Dhrs11_9methods_compare.png</a:t>
            </a:r>
          </a:p>
          <a:p xmlns:a="http://schemas.openxmlformats.org/drawingml/2006/main">
            <a:r>
              <a:t>Supp. Fig. 3 Fam210b: /Users/tomorin/Downloads/test1_1/.pptx_update_build_20260909/assets/real/gastrulation/Fam210b_9methods_compare.png</a:t>
            </a:r>
          </a:p>
          <a:p xmlns:a="http://schemas.openxmlformats.org/drawingml/2006/main">
            <a:r>
              <a:t>Supp. Fig. 3 Fech: /Users/tomorin/Downloads/test1_1/.pptx_update_build_20260909/assets/real/gastrulation/Fech_9methods_compare.png</a:t>
            </a:r>
          </a:p>
          <a:p xmlns:a="http://schemas.openxmlformats.org/drawingml/2006/main">
            <a:r>
              <a:t>Supp. Fig. 3 Gclm: /Users/tomorin/Downloads/test1_1/.pptx_update_build_20260909/assets/real/gastrulation/Gclm_9methods_compare.png</a:t>
            </a:r>
          </a:p>
          <a:p xmlns:a="http://schemas.openxmlformats.org/drawingml/2006/main">
            <a:r>
              <a:t>Supp. Fig. 3 Gpx1: /Users/tomorin/Downloads/test1_1/.pptx_update_build_20260909/assets/real/gastrulation/Gpx1_9methods_compare.png</a:t>
            </a:r>
          </a:p>
          <a:p xmlns:a="http://schemas.openxmlformats.org/drawingml/2006/main">
            <a:r>
              <a:t>Supp. Fig. 3 Gypa: /Users/tomorin/Downloads/test1_1/.pptx_update_build_20260909/assets/real/gastrulation/Gypa_9methods_compare.png</a:t>
            </a:r>
          </a:p>
          <a:p xmlns:a="http://schemas.openxmlformats.org/drawingml/2006/main">
            <a:r>
              <a:t>Supp. Fig. 3 Hba-x: /Users/tomorin/Downloads/test1_1/.pptx_update_build_20260909/assets/real/gastrulation/Hba-x_9methods_compare.png</a:t>
            </a:r>
          </a:p>
          <a:p xmlns:a="http://schemas.openxmlformats.org/drawingml/2006/main">
            <a:r>
              <a:t>Preserved: Only the ten gene phase-portrait images were refreshed; all other slide content and layout were preserved.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f70eeb619884d23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481fe6cab314ced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9b79f3ee2814ea9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ade201c592446f1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2a8e2ff051b4a96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cbcc3bddf9d46b4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866ee08bfaa4cb4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9183a5415394355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69ca5034a784e21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fe99c00755f4c42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1eedb8f03184b93" /></Relationships>
</file>

<file path=ppt/slideLayouts/slideLayout1.xml><?xml version="1.0" encoding="utf-8"?>
<p:sldLayout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A1D61276-C2AF-43FB-A006-ECB81C0D16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74325" y="1320480"/>
            <a:ext cx="5512050" cy="3711901"/>
          </a:xfrm>
        </p:spPr>
        <p:txBody>
          <a:bodyPr xmlns:a="http://schemas.openxmlformats.org/drawingml/2006/main" lIns="90000" tIns="46800" rIns="90000" bIns="46800" anchor="b">
            <a:normAutofit/>
          </a:bodyPr>
          <a:lstStyle xmlns:a="http://schemas.openxmlformats.org/drawingml/2006/main">
            <a:lvl1pPr algn="ctr">
              <a:buNone/>
              <a:defRPr sz="4500"/>
            </a:lvl1pPr>
          </a:lstStyle>
          <a:p xmlns:a="http://schemas.openxmlformats.org/drawingml/2006/main">
            <a:r>
              <a:t>单击此处编辑母版标题样式</a:t>
            </a:r>
            <a:endParaRPr/>
          </a:p>
        </p:txBody>
      </p:sp>
      <p:sp>
        <p:nvSpPr>
          <p:cNvPr id="3" name="副标题 2">
            <a:extLst xmlns:a="http://schemas.openxmlformats.org/drawingml/2006/main">
              <a:ext uri="{FF2B5EF4-FFF2-40B4-BE49-F238E27FC236}">
                <a16:creationId xmlns:a16="http://schemas.microsoft.com/office/drawing/2014/main" id="{3DBEABC9-A6F0-4ECE-B15A-7404362997A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74325" y="5141554"/>
            <a:ext cx="5512050" cy="2126285"/>
          </a:xfrm>
        </p:spPr>
        <p:txBody>
          <a:bodyPr xmlns:a="http://schemas.openxmlformats.org/drawingml/2006/main" lIns="90000" tIns="46800" rIns="90000" bIns="46800">
            <a:normAutofit/>
          </a:bodyPr>
          <a:lstStyle xmlns:a="http://schemas.openxmlformats.org/drawingml/2006/main">
            <a:lvl1pPr marL="0" indent="0" algn="ctr">
              <a:lnSpc>
                <a:spcPct val="110000"/>
              </a:lnSpc>
              <a:buNone/>
              <a:defRPr sz="1800" spc="2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 xmlns:a="http://schemas.openxmlformats.org/drawingml/2006/main">
            <a:r>
              <a:t>单击此处编辑母版副标题样式</a:t>
            </a:r>
            <a:endParaRPr/>
          </a:p>
        </p:txBody>
      </p:sp>
      <p:sp>
        <p:nvSpPr>
          <p:cNvPr id="16" name="日期占位符 15">
            <a:extLst xmlns:a="http://schemas.openxmlformats.org/drawingml/2006/main">
              <a:ext uri="{FF2B5EF4-FFF2-40B4-BE49-F238E27FC236}">
                <a16:creationId xmlns:a16="http://schemas.microsoft.com/office/drawing/2014/main" id="{4C0E2622-3B81-4963-8860-1A94DB0D9A0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页脚占位符 16">
            <a:extLst xmlns:a="http://schemas.openxmlformats.org/drawingml/2006/main">
              <a:ext uri="{FF2B5EF4-FFF2-40B4-BE49-F238E27FC236}">
                <a16:creationId xmlns:a16="http://schemas.microsoft.com/office/drawing/2014/main" id="{3633345F-1CD9-49E2-8D66-EB09537FC22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8" name="灯片编号占位符 17">
            <a:extLst xmlns:a="http://schemas.openxmlformats.org/drawingml/2006/main">
              <a:ext uri="{FF2B5EF4-FFF2-40B4-BE49-F238E27FC236}">
                <a16:creationId xmlns:a16="http://schemas.microsoft.com/office/drawing/2014/main" id="{F82657BF-54AB-4E0D-8130-42D109A0B88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FA936A14-1194-4B87-B524-F1EF4FCA9F2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2225" y="878587"/>
            <a:ext cx="6170175" cy="1018953"/>
          </a:xfrm>
        </p:spPr>
        <p:txBody>
          <a:bodyPr xmlns:a="http://schemas.openxmlformats.org/drawingml/2006/main" vert="horz" lIns="90000" tIns="46800" rIns="90000" bIns="46800" anchor="ctr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单击此处编辑母版标题样式</a:t>
            </a:r>
            <a:endParaRPr/>
          </a:p>
        </p:txBody>
      </p:sp>
      <p:sp>
        <p:nvSpPr>
          <p:cNvPr id="3" name="内容占位符 2">
            <a:extLst xmlns:a="http://schemas.openxmlformats.org/drawingml/2006/main">
              <a:ext uri="{FF2B5EF4-FFF2-40B4-BE49-F238E27FC236}">
                <a16:creationId xmlns:a16="http://schemas.microsoft.com/office/drawing/2014/main" id="{4994A0B9-5FBA-4E32-BB99-08D36D79F6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42225" y="2152278"/>
            <a:ext cx="6170175" cy="6872735"/>
          </a:xfrm>
        </p:spPr>
        <p:txBody>
          <a:bodyPr xmlns:a="http://schemas.openxmlformats.org/drawingml/2006/main" vert="horz" lIns="90000" tIns="46800" rIns="90000" bIns="4680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  <a:p xmlns:a="http://schemas.openxmlformats.org/drawingml/2006/main">
            <a:pPr lvl="1">
              <a:buNone/>
            </a:pPr>
            <a:r>
              <a:t>第二级</a:t>
            </a:r>
            <a:endParaRPr/>
          </a:p>
          <a:p xmlns:a="http://schemas.openxmlformats.org/drawingml/2006/main">
            <a:pPr lvl="2">
              <a:buNone/>
            </a:pPr>
            <a:r>
              <a:t>第三级</a:t>
            </a:r>
            <a:endParaRPr/>
          </a:p>
          <a:p xmlns:a="http://schemas.openxmlformats.org/drawingml/2006/main">
            <a:pPr lvl="3">
              <a:buNone/>
            </a:pPr>
            <a:r>
              <a:t>第四级</a:t>
            </a:r>
            <a:endParaRPr/>
          </a:p>
          <a:p xmlns:a="http://schemas.openxmlformats.org/drawingml/2006/main">
            <a:pPr lvl="4">
              <a:buNone/>
            </a:pPr>
            <a:r>
              <a:t>第五级</a:t>
            </a:r>
            <a:endParaRPr/>
          </a:p>
        </p:txBody>
      </p:sp>
      <p:sp>
        <p:nvSpPr>
          <p:cNvPr id="4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C5F34C08-DEAA-4EFA-A38D-28223B29645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F605F65A-2D27-4A92-905B-34C45DF3CE6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E841221E-309D-4DD5-8103-BE491BB7DE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4F6A0C6E-5326-453D-A1B2-D489EF968DF7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1119825" y="5557453"/>
            <a:ext cx="4369950" cy="1107332"/>
          </a:xfrm>
        </p:spPr>
        <p:txBody>
          <a:bodyPr xmlns:a="http://schemas.openxmlformats.org/drawingml/2006/main" lIns="90000" tIns="46800" rIns="90000" bIns="46800" anchor="b">
            <a:normAutofit/>
          </a:bodyPr>
          <a:lstStyle xmlns:a="http://schemas.openxmlformats.org/drawingml/2006/main">
            <a:lvl1pPr>
              <a:buNone/>
              <a:defRPr sz="3300"/>
            </a:lvl1pPr>
          </a:lstStyle>
          <a:p xmlns:a="http://schemas.openxmlformats.org/drawingml/2006/main">
            <a:r>
              <a:t>单击此处编辑标题</a:t>
            </a:r>
            <a:endParaRPr/>
          </a:p>
        </p:txBody>
      </p:sp>
      <p:sp>
        <p:nvSpPr>
          <p:cNvPr id="3" name="文本占位符 2">
            <a:extLst xmlns:a="http://schemas.openxmlformats.org/drawingml/2006/main">
              <a:ext uri="{FF2B5EF4-FFF2-40B4-BE49-F238E27FC236}">
                <a16:creationId xmlns:a16="http://schemas.microsoft.com/office/drawing/2014/main" id="{9D024067-C7B9-451A-90D9-24B40732006B}"/>
              </a:ext>
            </a:extLst>
          </p:cNvPr>
          <p:cNvSpPr>
            <a:spLocks xmlns:a="http://schemas.openxmlformats.org/drawingml/2006/main" noGrp="1"/>
          </p:cNvSpPr>
          <p:nvPr>
            <p:ph type="body" idx="1" hasCustomPrompt="1"/>
          </p:nvPr>
        </p:nvSpPr>
        <p:spPr>
          <a:xfrm xmlns:a="http://schemas.openxmlformats.org/drawingml/2006/main">
            <a:off x="1119825" y="6664785"/>
            <a:ext cx="4369950" cy="1252896"/>
          </a:xfrm>
        </p:spPr>
        <p:txBody>
          <a:bodyPr xmlns:a="http://schemas.openxmlformats.org/drawingml/2006/main" lIns="90000" tIns="46800" rIns="90000" bIns="46800">
            <a:normAutofit/>
          </a:bodyPr>
          <a:lstStyle xmlns:a="http://schemas.openxmlformats.org/drawingml/2006/main">
            <a:lvl1pPr marL="0" indent="0">
              <a:buNone/>
              <a:defRPr sz="135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3429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单击此处编辑文本</a:t>
            </a:r>
            <a:endParaRPr/>
          </a:p>
        </p:txBody>
      </p:sp>
      <p:sp>
        <p:nvSpPr>
          <p:cNvPr id="4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30AE206F-7E6E-4ED7-84B6-FDB522D9E88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9E0EF8A0-8A3C-4B64-995F-B24A5C46796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C9638530-D7CA-42A7-8243-EF60B0D2DD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23691921-6DBB-4550-9C03-43D89C9412C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2225" y="878587"/>
            <a:ext cx="6170175" cy="1018953"/>
          </a:xfrm>
        </p:spPr>
        <p:txBody>
          <a:bodyPr xmlns:a="http://schemas.openxmlformats.org/drawingml/2006/main" vert="horz" lIns="90000" tIns="46800" rIns="90000" bIns="46800" anchor="ctr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单击此处编辑母版标题样式</a:t>
            </a:r>
            <a:endParaRPr/>
          </a:p>
        </p:txBody>
      </p:sp>
      <p:sp>
        <p:nvSpPr>
          <p:cNvPr id="3" name="内容占位符 2">
            <a:extLst xmlns:a="http://schemas.openxmlformats.org/drawingml/2006/main">
              <a:ext uri="{FF2B5EF4-FFF2-40B4-BE49-F238E27FC236}">
                <a16:creationId xmlns:a16="http://schemas.microsoft.com/office/drawing/2014/main" id="{C0D4EF9D-F5C0-41A1-959B-F5748CBAE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42225" y="2167875"/>
            <a:ext cx="2911950" cy="6857138"/>
          </a:xfrm>
        </p:spPr>
        <p:txBody>
          <a:bodyPr xmlns:a="http://schemas.openxmlformats.org/drawingml/2006/main" vert="horz" lIns="90000" tIns="46800" rIns="90000" bIns="4680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  <a:p xmlns:a="http://schemas.openxmlformats.org/drawingml/2006/main">
            <a:pPr lvl="1">
              <a:buNone/>
            </a:pPr>
            <a:r>
              <a:t>第二级</a:t>
            </a:r>
            <a:endParaRPr/>
          </a:p>
          <a:p xmlns:a="http://schemas.openxmlformats.org/drawingml/2006/main">
            <a:pPr lvl="2">
              <a:buNone/>
            </a:pPr>
            <a:r>
              <a:t>第三级</a:t>
            </a:r>
            <a:endParaRPr/>
          </a:p>
          <a:p xmlns:a="http://schemas.openxmlformats.org/drawingml/2006/main">
            <a:pPr lvl="3">
              <a:buNone/>
            </a:pPr>
            <a:r>
              <a:t>第四级</a:t>
            </a:r>
            <a:endParaRPr/>
          </a:p>
          <a:p xmlns:a="http://schemas.openxmlformats.org/drawingml/2006/main">
            <a:pPr lvl="4">
              <a:buNone/>
            </a:pPr>
            <a:r>
              <a:t>第五级</a:t>
            </a:r>
            <a:endParaRPr/>
          </a:p>
        </p:txBody>
      </p:sp>
      <p:sp>
        <p:nvSpPr>
          <p:cNvPr id="4" name="内容占位符 3">
            <a:extLst xmlns:a="http://schemas.openxmlformats.org/drawingml/2006/main">
              <a:ext uri="{FF2B5EF4-FFF2-40B4-BE49-F238E27FC236}">
                <a16:creationId xmlns:a16="http://schemas.microsoft.com/office/drawing/2014/main" id="{455E02C9-AC27-4455-9D78-D659D3CEAE7C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3606525" y="2167875"/>
            <a:ext cx="2911950" cy="6857138"/>
          </a:xfrm>
        </p:spPr>
        <p:txBody>
          <a:bodyPr xmlns:a="http://schemas.openxmlformats.org/drawingml/2006/main" lIns="90000" tIns="46800" rIns="90000" bIns="4680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  <a:p xmlns:a="http://schemas.openxmlformats.org/drawingml/2006/main">
            <a:pPr lvl="1">
              <a:buNone/>
            </a:pPr>
            <a:r>
              <a:t>第二级</a:t>
            </a:r>
            <a:endParaRPr/>
          </a:p>
          <a:p xmlns:a="http://schemas.openxmlformats.org/drawingml/2006/main">
            <a:pPr lvl="2">
              <a:buNone/>
            </a:pPr>
            <a:r>
              <a:t>第三级</a:t>
            </a:r>
            <a:endParaRPr/>
          </a:p>
          <a:p xmlns:a="http://schemas.openxmlformats.org/drawingml/2006/main">
            <a:pPr lvl="3">
              <a:buNone/>
            </a:pPr>
            <a:r>
              <a:t>第四级</a:t>
            </a:r>
            <a:endParaRPr/>
          </a:p>
          <a:p xmlns:a="http://schemas.openxmlformats.org/drawingml/2006/main">
            <a:pPr lvl="4">
              <a:buNone/>
            </a:pPr>
            <a:r>
              <a:t>第五级</a:t>
            </a:r>
            <a:endParaRPr/>
          </a:p>
        </p:txBody>
      </p:sp>
      <p:sp>
        <p:nvSpPr>
          <p:cNvPr id="5" name="日期占位符 4">
            <a:extLst xmlns:a="http://schemas.openxmlformats.org/drawingml/2006/main">
              <a:ext uri="{FF2B5EF4-FFF2-40B4-BE49-F238E27FC236}">
                <a16:creationId xmlns:a16="http://schemas.microsoft.com/office/drawing/2014/main" id="{193C133B-277D-4887-BE72-EC83A1FD56D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页脚占位符 5">
            <a:extLst xmlns:a="http://schemas.openxmlformats.org/drawingml/2006/main">
              <a:ext uri="{FF2B5EF4-FFF2-40B4-BE49-F238E27FC236}">
                <a16:creationId xmlns:a16="http://schemas.microsoft.com/office/drawing/2014/main" id="{B082EA54-C9F3-4C56-B208-2CB539DD64E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灯片编号占位符 6">
            <a:extLst xmlns:a="http://schemas.openxmlformats.org/drawingml/2006/main">
              <a:ext uri="{FF2B5EF4-FFF2-40B4-BE49-F238E27FC236}">
                <a16:creationId xmlns:a16="http://schemas.microsoft.com/office/drawing/2014/main" id="{44E7DAA3-4D1B-495F-925B-D266FB71392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09090F02-F30E-4FB4-BB7B-964B5080419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2225" y="878587"/>
            <a:ext cx="6170175" cy="1018953"/>
          </a:xfrm>
        </p:spPr>
        <p:txBody>
          <a:bodyPr xmlns:a="http://schemas.openxmlformats.org/drawingml/2006/main" vert="horz" lIns="90000" tIns="46800" rIns="90000" bIns="46800" anchor="ctr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单击此处编辑母版标题样式</a:t>
            </a:r>
            <a:endParaRPr/>
          </a:p>
        </p:txBody>
      </p:sp>
      <p:sp>
        <p:nvSpPr>
          <p:cNvPr id="3" name="文本占位符 2">
            <a:extLst xmlns:a="http://schemas.openxmlformats.org/drawingml/2006/main">
              <a:ext uri="{FF2B5EF4-FFF2-40B4-BE49-F238E27FC236}">
                <a16:creationId xmlns:a16="http://schemas.microsoft.com/office/drawing/2014/main" id="{417B1A58-0407-45D8-997C-588DE3F190D0}"/>
              </a:ext>
            </a:extLst>
          </p:cNvPr>
          <p:cNvSpPr>
            <a:spLocks xmlns:a="http://schemas.openxmlformats.org/drawingml/2006/main" noGrp="1"/>
          </p:cNvSpPr>
          <p:nvPr>
            <p:ph type="body" idx="1" hasCustomPrompt="1"/>
          </p:nvPr>
        </p:nvSpPr>
        <p:spPr>
          <a:xfrm xmlns:a="http://schemas.openxmlformats.org/drawingml/2006/main">
            <a:off x="342225" y="2027509"/>
            <a:ext cx="3005100" cy="597855"/>
          </a:xfrm>
        </p:spPr>
        <p:txBody>
          <a:bodyPr xmlns:a="http://schemas.openxmlformats.org/drawingml/2006/main" lIns="101600" tIns="38100" rIns="76200" bIns="38100" anchor="t">
            <a:normAutofit/>
          </a:bodyPr>
          <a:lstStyle xmlns:a="http://schemas.openxmlformats.org/drawingml/2006/main">
            <a:lvl1pPr marL="0" indent="0">
              <a:lnSpc>
                <a:spcPct val="100000"/>
              </a:lnSpc>
              <a:buNone/>
              <a:defRPr sz="15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 xmlns:a="http://schemas.openxmlformats.org/drawingml/2006/main">
            <a:pPr lvl="0">
              <a:buNone/>
            </a:pPr>
            <a:r>
              <a:t>单击此处编辑文本</a:t>
            </a:r>
            <a:endParaRPr/>
          </a:p>
        </p:txBody>
      </p:sp>
      <p:sp>
        <p:nvSpPr>
          <p:cNvPr id="4" name="内容占位符 3">
            <a:extLst xmlns:a="http://schemas.openxmlformats.org/drawingml/2006/main">
              <a:ext uri="{FF2B5EF4-FFF2-40B4-BE49-F238E27FC236}">
                <a16:creationId xmlns:a16="http://schemas.microsoft.com/office/drawing/2014/main" id="{EC17CF3F-66CC-4E48-A3E4-B73AA15CBA16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342225" y="2677351"/>
            <a:ext cx="3005100" cy="6347662"/>
          </a:xfrm>
        </p:spPr>
        <p:txBody>
          <a:bodyPr xmlns:a="http://schemas.openxmlformats.org/drawingml/2006/main" vert="horz" lIns="101600" tIns="0" rIns="82550" bIns="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  <a:p xmlns:a="http://schemas.openxmlformats.org/drawingml/2006/main">
            <a:pPr lvl="1">
              <a:buNone/>
            </a:pPr>
            <a:r>
              <a:t>第二级</a:t>
            </a:r>
            <a:endParaRPr/>
          </a:p>
          <a:p xmlns:a="http://schemas.openxmlformats.org/drawingml/2006/main">
            <a:pPr lvl="2">
              <a:buNone/>
            </a:pPr>
            <a:r>
              <a:t>第三级</a:t>
            </a:r>
            <a:endParaRPr/>
          </a:p>
          <a:p xmlns:a="http://schemas.openxmlformats.org/drawingml/2006/main">
            <a:pPr lvl="3">
              <a:buNone/>
            </a:pPr>
            <a:r>
              <a:t>第四级</a:t>
            </a:r>
            <a:endParaRPr/>
          </a:p>
          <a:p xmlns:a="http://schemas.openxmlformats.org/drawingml/2006/main">
            <a:pPr lvl="4">
              <a:buNone/>
            </a:pPr>
            <a:r>
              <a:t>第五级</a:t>
            </a:r>
            <a:endParaRPr/>
          </a:p>
        </p:txBody>
      </p:sp>
      <p:sp>
        <p:nvSpPr>
          <p:cNvPr id="5" name="文本占位符 4">
            <a:extLst xmlns:a="http://schemas.openxmlformats.org/drawingml/2006/main">
              <a:ext uri="{FF2B5EF4-FFF2-40B4-BE49-F238E27FC236}">
                <a16:creationId xmlns:a16="http://schemas.microsoft.com/office/drawing/2014/main" id="{CBA5908C-541E-4AB4-8AC7-579A3E4171B7}"/>
              </a:ext>
            </a:extLst>
          </p:cNvPr>
          <p:cNvSpPr>
            <a:spLocks xmlns:a="http://schemas.openxmlformats.org/drawingml/2006/main" noGrp="1"/>
          </p:cNvSpPr>
          <p:nvPr>
            <p:ph type="body" idx="3" hasCustomPrompt="1"/>
          </p:nvPr>
        </p:nvSpPr>
        <p:spPr>
          <a:xfrm xmlns:a="http://schemas.openxmlformats.org/drawingml/2006/main">
            <a:off x="3507609" y="2027509"/>
            <a:ext cx="3005100" cy="597855"/>
          </a:xfrm>
        </p:spPr>
        <p:txBody>
          <a:bodyPr xmlns:a="http://schemas.openxmlformats.org/drawingml/2006/main" vert="horz" lIns="101600" tIns="38100" rIns="76200" bIns="38100" anchor="t">
            <a:normAutofit/>
          </a:bodyPr>
          <a:lstStyle xmlns:a="http://schemas.openxmlformats.org/drawingml/2006/main">
            <a:lvl1pPr marL="0" indent="0">
              <a:lnSpc>
                <a:spcPct val="100000"/>
              </a:lnSpc>
              <a:buNone/>
              <a:defRPr sz="15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 xmlns:a="http://schemas.openxmlformats.org/drawingml/2006/main">
            <a:pPr lvl="0">
              <a:buNone/>
            </a:pPr>
            <a:r>
              <a:t>单击此处编辑文本</a:t>
            </a:r>
            <a:endParaRPr/>
          </a:p>
        </p:txBody>
      </p:sp>
      <p:sp>
        <p:nvSpPr>
          <p:cNvPr id="6" name="内容占位符 5">
            <a:extLst xmlns:a="http://schemas.openxmlformats.org/drawingml/2006/main">
              <a:ext uri="{FF2B5EF4-FFF2-40B4-BE49-F238E27FC236}">
                <a16:creationId xmlns:a16="http://schemas.microsoft.com/office/drawing/2014/main" id="{408D4B66-50C8-4A5C-A01D-57E91EA584EA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3507609" y="2677351"/>
            <a:ext cx="3005100" cy="6347662"/>
          </a:xfrm>
        </p:spPr>
        <p:txBody>
          <a:bodyPr xmlns:a="http://schemas.openxmlformats.org/drawingml/2006/main" vert="horz" lIns="101600" tIns="0" rIns="82550" bIns="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  <a:p xmlns:a="http://schemas.openxmlformats.org/drawingml/2006/main">
            <a:pPr lvl="1">
              <a:buNone/>
            </a:pPr>
            <a:r>
              <a:t>第二级</a:t>
            </a:r>
            <a:endParaRPr/>
          </a:p>
          <a:p xmlns:a="http://schemas.openxmlformats.org/drawingml/2006/main">
            <a:pPr lvl="2">
              <a:buNone/>
            </a:pPr>
            <a:r>
              <a:t>第三级</a:t>
            </a:r>
            <a:endParaRPr/>
          </a:p>
          <a:p xmlns:a="http://schemas.openxmlformats.org/drawingml/2006/main">
            <a:pPr lvl="3">
              <a:buNone/>
            </a:pPr>
            <a:r>
              <a:t>第四级</a:t>
            </a:r>
            <a:endParaRPr/>
          </a:p>
          <a:p xmlns:a="http://schemas.openxmlformats.org/drawingml/2006/main">
            <a:pPr lvl="4">
              <a:buNone/>
            </a:pPr>
            <a:r>
              <a:t>第五级</a:t>
            </a:r>
            <a:endParaRPr/>
          </a:p>
        </p:txBody>
      </p:sp>
      <p:sp>
        <p:nvSpPr>
          <p:cNvPr id="7" name="日期占位符 6">
            <a:extLst xmlns:a="http://schemas.openxmlformats.org/drawingml/2006/main">
              <a:ext uri="{FF2B5EF4-FFF2-40B4-BE49-F238E27FC236}">
                <a16:creationId xmlns:a16="http://schemas.microsoft.com/office/drawing/2014/main" id="{D3227895-2286-4169-B841-F863726167A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页脚占位符 7">
            <a:extLst xmlns:a="http://schemas.openxmlformats.org/drawingml/2006/main">
              <a:ext uri="{FF2B5EF4-FFF2-40B4-BE49-F238E27FC236}">
                <a16:creationId xmlns:a16="http://schemas.microsoft.com/office/drawing/2014/main" id="{73BB04B2-20C4-491B-BDA2-CC1AC225668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灯片编号占位符 8">
            <a:extLst xmlns:a="http://schemas.openxmlformats.org/drawingml/2006/main">
              <a:ext uri="{FF2B5EF4-FFF2-40B4-BE49-F238E27FC236}">
                <a16:creationId xmlns:a16="http://schemas.microsoft.com/office/drawing/2014/main" id="{25CC23E7-CD4E-4E67-8290-D6947667AE5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E1E7009A-B8F6-4611-BE45-C164A167BBB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2225" y="878587"/>
            <a:ext cx="6170175" cy="1018953"/>
          </a:xfrm>
        </p:spPr>
        <p:txBody>
          <a:bodyPr xmlns:a="http://schemas.openxmlformats.org/drawingml/2006/main" vert="horz" lIns="90000" tIns="46800" rIns="90000" bIns="46800" anchor="ctr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单击此处编辑母版标题样式</a:t>
            </a:r>
            <a:endParaRPr/>
          </a:p>
        </p:txBody>
      </p:sp>
      <p:sp>
        <p:nvSpPr>
          <p:cNvPr id="3" name="日期占位符 2">
            <a:extLst xmlns:a="http://schemas.openxmlformats.org/drawingml/2006/main">
              <a:ext uri="{FF2B5EF4-FFF2-40B4-BE49-F238E27FC236}">
                <a16:creationId xmlns:a16="http://schemas.microsoft.com/office/drawing/2014/main" id="{59C35149-B1C7-4A22-8A96-7F7A80BFFC2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页脚占位符 3">
            <a:extLst xmlns:a="http://schemas.openxmlformats.org/drawingml/2006/main">
              <a:ext uri="{FF2B5EF4-FFF2-40B4-BE49-F238E27FC236}">
                <a16:creationId xmlns:a16="http://schemas.microsoft.com/office/drawing/2014/main" id="{CD0967BB-475E-4267-B47C-6D0AEF49462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灯片编号占位符 4">
            <a:extLst xmlns:a="http://schemas.openxmlformats.org/drawingml/2006/main">
              <a:ext uri="{FF2B5EF4-FFF2-40B4-BE49-F238E27FC236}">
                <a16:creationId xmlns:a16="http://schemas.microsoft.com/office/drawing/2014/main" id="{ED272916-AFDB-4CA1-B05B-066D7FEB757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日期占位符 1">
            <a:extLst xmlns:a="http://schemas.openxmlformats.org/drawingml/2006/main">
              <a:ext uri="{FF2B5EF4-FFF2-40B4-BE49-F238E27FC236}">
                <a16:creationId xmlns:a16="http://schemas.microsoft.com/office/drawing/2014/main" id="{71BD85BA-75C8-4D02-93B0-34F123D65D1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" name="页脚占位符 2">
            <a:extLst xmlns:a="http://schemas.openxmlformats.org/drawingml/2006/main">
              <a:ext uri="{FF2B5EF4-FFF2-40B4-BE49-F238E27FC236}">
                <a16:creationId xmlns:a16="http://schemas.microsoft.com/office/drawing/2014/main" id="{246113BE-1265-41D9-84BE-6327D777E0F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灯片编号占位符 3">
            <a:extLst xmlns:a="http://schemas.openxmlformats.org/drawingml/2006/main">
              <a:ext uri="{FF2B5EF4-FFF2-40B4-BE49-F238E27FC236}">
                <a16:creationId xmlns:a16="http://schemas.microsoft.com/office/drawing/2014/main" id="{64F93582-ED20-4E79-B9F8-71E7D734FDD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图片占位符 2">
            <a:extLst xmlns:a="http://schemas.openxmlformats.org/drawingml/2006/main">
              <a:ext uri="{FF2B5EF4-FFF2-40B4-BE49-F238E27FC236}">
                <a16:creationId xmlns:a16="http://schemas.microsoft.com/office/drawing/2014/main" id="{FF547CCE-82FA-4FF6-8D26-4F15BC5C64A6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42225" y="2245856"/>
            <a:ext cx="2943606" cy="6654388"/>
          </a:xfrm>
        </p:spPr>
        <p:txBody>
          <a:bodyPr xmlns:a="http://schemas.openxmlformats.org/drawingml/2006/main" vert="horz" lIns="90000" tIns="46800" rIns="90000" bIns="46800">
            <a:normAutofit/>
          </a:bodyPr>
          <a:lstStyle xmlns:a="http://schemas.openxmlformats.org/drawingml/2006/main">
            <a:lvl1pPr>
              <a:buNone/>
              <a:defRPr sz="1200"/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4" name="文本占位符 3">
            <a:extLst xmlns:a="http://schemas.openxmlformats.org/drawingml/2006/main">
              <a:ext uri="{FF2B5EF4-FFF2-40B4-BE49-F238E27FC236}">
                <a16:creationId xmlns:a16="http://schemas.microsoft.com/office/drawing/2014/main" id="{10584C9B-F939-49B6-9D0A-27AF2AB63D5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3572100" y="2245856"/>
            <a:ext cx="2940300" cy="6654388"/>
          </a:xfrm>
        </p:spPr>
        <p:txBody>
          <a:bodyPr xmlns:a="http://schemas.openxmlformats.org/drawingml/2006/main" vert="horz" lIns="90000" tIns="46800" rIns="90000" bIns="46800">
            <a:normAutofit/>
          </a:bodyPr>
          <a:lstStyle xmlns:a="http://schemas.openxmlformats.org/drawingml/2006/main">
            <a:lvl1pPr>
              <a:buNone/>
              <a:defRPr sz="1200"/>
            </a:lvl1pPr>
          </a:lstStyle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</p:txBody>
      </p:sp>
      <p:sp>
        <p:nvSpPr>
          <p:cNvPr id="5" name="日期占位符 4">
            <a:extLst xmlns:a="http://schemas.openxmlformats.org/drawingml/2006/main">
              <a:ext uri="{FF2B5EF4-FFF2-40B4-BE49-F238E27FC236}">
                <a16:creationId xmlns:a16="http://schemas.microsoft.com/office/drawing/2014/main" id="{98D828F2-5118-4EEF-9647-A73D12EF4F3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页脚占位符 5">
            <a:extLst xmlns:a="http://schemas.openxmlformats.org/drawingml/2006/main">
              <a:ext uri="{FF2B5EF4-FFF2-40B4-BE49-F238E27FC236}">
                <a16:creationId xmlns:a16="http://schemas.microsoft.com/office/drawing/2014/main" id="{922E4B29-0C0B-44D2-B69D-42B1C9ECACA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灯片编号占位符 6">
            <a:extLst xmlns:a="http://schemas.openxmlformats.org/drawingml/2006/main">
              <a:ext uri="{FF2B5EF4-FFF2-40B4-BE49-F238E27FC236}">
                <a16:creationId xmlns:a16="http://schemas.microsoft.com/office/drawing/2014/main" id="{79DADBE9-6DD1-4096-A8CE-01DC15E52A6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标题 8">
            <a:extLst xmlns:a="http://schemas.openxmlformats.org/drawingml/2006/main">
              <a:ext uri="{FF2B5EF4-FFF2-40B4-BE49-F238E27FC236}">
                <a16:creationId xmlns:a16="http://schemas.microsoft.com/office/drawing/2014/main" id="{52501E14-B71C-4EB3-A30C-7B34EB50525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单击此处编辑母版标题样式</a:t>
            </a:r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竖排标题 1">
            <a:extLst xmlns:a="http://schemas.openxmlformats.org/drawingml/2006/main">
              <a:ext uri="{FF2B5EF4-FFF2-40B4-BE49-F238E27FC236}">
                <a16:creationId xmlns:a16="http://schemas.microsoft.com/office/drawing/2014/main" id="{89CC9B12-60D2-4531-A8BF-0E556F2FAA43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5757075" y="1320480"/>
            <a:ext cx="587250" cy="7262640"/>
          </a:xfrm>
        </p:spPr>
        <p:txBody>
          <a:bodyPr xmlns:a="http://schemas.openxmlformats.org/drawingml/2006/main" vert="eaVert" lIns="90000" tIns="46800" rIns="90000" bIns="46800" anchor="ctr">
            <a:normAutofit/>
          </a:bodyPr>
          <a:lstStyle xmlns:a="http://schemas.openxmlformats.org/drawingml/2006/main">
            <a:lvl1pPr>
              <a:buNone/>
              <a:defRPr sz="2100"/>
            </a:lvl1pPr>
          </a:lstStyle>
          <a:p xmlns:a="http://schemas.openxmlformats.org/drawingml/2006/main">
            <a:pPr lvl="0">
              <a:buNone/>
            </a:pPr>
            <a:r>
              <a:t>单击此处编辑标题</a:t>
            </a:r>
            <a:endParaRPr/>
          </a:p>
        </p:txBody>
      </p:sp>
      <p:sp>
        <p:nvSpPr>
          <p:cNvPr id="3" name="竖排文字占位符 2">
            <a:extLst xmlns:a="http://schemas.openxmlformats.org/drawingml/2006/main">
              <a:ext uri="{FF2B5EF4-FFF2-40B4-BE49-F238E27FC236}">
                <a16:creationId xmlns:a16="http://schemas.microsoft.com/office/drawing/2014/main" id="{41430A7A-6000-46C6-977C-B710B7A4588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14350" y="1320480"/>
            <a:ext cx="5157675" cy="7262640"/>
          </a:xfrm>
        </p:spPr>
        <p:txBody>
          <a:bodyPr xmlns:a="http://schemas.openxmlformats.org/drawingml/2006/main" vert="eaVert" lIns="46800" tIns="46800" rIns="46800" bIns="46800"/>
          <a:lstStyle xmlns:a="http://schemas.openxmlformats.org/drawingml/2006/main">
            <a:lvl1pPr marL="171450" indent="-171450">
              <a:spcAft>
                <a:spcPts val="1000"/>
              </a:spcAft>
              <a:buNone/>
              <a:defRPr spc="300"/>
            </a:lvl1pPr>
            <a:lvl2pPr marL="514350" indent="-171450">
              <a:buNone/>
              <a:defRPr spc="300"/>
            </a:lvl2pPr>
            <a:lvl3pPr marL="857250" indent="-171450">
              <a:buNone/>
              <a:defRPr spc="300"/>
            </a:lvl3pPr>
            <a:lvl4pPr marL="1200150" indent="-171450">
              <a:buNone/>
              <a:defRPr spc="300"/>
            </a:lvl4pPr>
            <a:lvl5pPr marL="1543050" indent="-171450">
              <a:buNone/>
              <a:defRPr spc="300"/>
            </a:lvl5pPr>
          </a:lstStyle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  <a:p xmlns:a="http://schemas.openxmlformats.org/drawingml/2006/main">
            <a:pPr lvl="1">
              <a:buNone/>
            </a:pPr>
            <a:r>
              <a:t>第二级</a:t>
            </a:r>
            <a:endParaRPr/>
          </a:p>
          <a:p xmlns:a="http://schemas.openxmlformats.org/drawingml/2006/main">
            <a:pPr lvl="2">
              <a:buNone/>
            </a:pPr>
            <a:r>
              <a:t>第三级</a:t>
            </a:r>
            <a:endParaRPr/>
          </a:p>
          <a:p xmlns:a="http://schemas.openxmlformats.org/drawingml/2006/main">
            <a:pPr lvl="3">
              <a:buNone/>
            </a:pPr>
            <a:r>
              <a:t>第四级</a:t>
            </a:r>
            <a:endParaRPr/>
          </a:p>
          <a:p xmlns:a="http://schemas.openxmlformats.org/drawingml/2006/main">
            <a:pPr lvl="4">
              <a:buNone/>
            </a:pPr>
            <a:r>
              <a:t>第五级</a:t>
            </a:r>
            <a:endParaRPr/>
          </a:p>
        </p:txBody>
      </p:sp>
      <p:sp>
        <p:nvSpPr>
          <p:cNvPr id="4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41A55DA5-9B48-426B-88B8-4F070E85352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5F674DFF-22FD-4223-88A8-75B85D9FD3F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8250EB26-C57A-4F7D-8A09-AA3BDBD5ADF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日期占位符 2">
            <a:extLst xmlns:a="http://schemas.openxmlformats.org/drawingml/2006/main">
              <a:ext uri="{FF2B5EF4-FFF2-40B4-BE49-F238E27FC236}">
                <a16:creationId xmlns:a16="http://schemas.microsoft.com/office/drawing/2014/main" id="{56518B1B-08F0-401D-B76D-DDCAE5D11E7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页脚占位符 3">
            <a:extLst xmlns:a="http://schemas.openxmlformats.org/drawingml/2006/main">
              <a:ext uri="{FF2B5EF4-FFF2-40B4-BE49-F238E27FC236}">
                <a16:creationId xmlns:a16="http://schemas.microsoft.com/office/drawing/2014/main" id="{DC2ACB45-5EA1-44C2-84A5-95D410A68D0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灯片编号占位符 4">
            <a:extLst xmlns:a="http://schemas.openxmlformats.org/drawingml/2006/main">
              <a:ext uri="{FF2B5EF4-FFF2-40B4-BE49-F238E27FC236}">
                <a16:creationId xmlns:a16="http://schemas.microsoft.com/office/drawing/2014/main" id="{2C9DF882-C7F7-4651-AABF-43AFD540BC8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内容占位符 6">
            <a:extLst xmlns:a="http://schemas.openxmlformats.org/drawingml/2006/main">
              <a:ext uri="{FF2B5EF4-FFF2-40B4-BE49-F238E27FC236}">
                <a16:creationId xmlns:a16="http://schemas.microsoft.com/office/drawing/2014/main" id="{650D8C57-68ED-40F5-811F-DBFB9CA88C83}"/>
              </a:ext>
            </a:extLst>
          </p:cNvPr>
          <p:cNvSpPr>
            <a:spLocks xmlns:a="http://schemas.openxmlformats.org/drawingml/2006/main" noGrp="1"/>
          </p:cNvSpPr>
          <p:nvPr>
            <p:ph idx="13"/>
          </p:nvPr>
        </p:nvSpPr>
        <p:spPr>
          <a:xfrm xmlns:a="http://schemas.openxmlformats.org/drawingml/2006/main">
            <a:off x="342225" y="1117729"/>
            <a:ext cx="6172200" cy="7917681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  <a:p xmlns:a="http://schemas.openxmlformats.org/drawingml/2006/main">
            <a:pPr lvl="1">
              <a:buNone/>
            </a:pPr>
            <a:r>
              <a:t>第二级</a:t>
            </a:r>
            <a:endParaRPr/>
          </a:p>
          <a:p xmlns:a="http://schemas.openxmlformats.org/drawingml/2006/main">
            <a:pPr lvl="2">
              <a:buNone/>
            </a:pPr>
            <a:r>
              <a:t>第三级</a:t>
            </a:r>
            <a:endParaRPr/>
          </a:p>
          <a:p xmlns:a="http://schemas.openxmlformats.org/drawingml/2006/main">
            <a:pPr lvl="3">
              <a:buNone/>
            </a:pPr>
            <a:r>
              <a:t>第四级</a:t>
            </a:r>
            <a:endParaRPr/>
          </a:p>
          <a:p xmlns:a="http://schemas.openxmlformats.org/drawingml/2006/main">
            <a:pPr lvl="4">
              <a:buNone/>
            </a:pPr>
            <a:r>
              <a:t>第五级</a:t>
            </a:r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日期占位符 2">
            <a:extLst xmlns:a="http://schemas.openxmlformats.org/drawingml/2006/main">
              <a:ext uri="{FF2B5EF4-FFF2-40B4-BE49-F238E27FC236}">
                <a16:creationId xmlns:a16="http://schemas.microsoft.com/office/drawing/2014/main" id="{064FF613-D212-47B1-8EEA-04464BB9FCD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页脚占位符 3">
            <a:extLst xmlns:a="http://schemas.openxmlformats.org/drawingml/2006/main">
              <a:ext uri="{FF2B5EF4-FFF2-40B4-BE49-F238E27FC236}">
                <a16:creationId xmlns:a16="http://schemas.microsoft.com/office/drawing/2014/main" id="{26F7D0F3-CD7C-4FB9-9FEE-7948194060F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灯片编号占位符 4">
            <a:extLst xmlns:a="http://schemas.openxmlformats.org/drawingml/2006/main">
              <a:ext uri="{FF2B5EF4-FFF2-40B4-BE49-F238E27FC236}">
                <a16:creationId xmlns:a16="http://schemas.microsoft.com/office/drawing/2014/main" id="{163B700D-370D-496B-ACC4-7BE8F888623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2E638728-DB5C-439D-8088-A246D40FAB84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674325" y="3462361"/>
            <a:ext cx="5512050" cy="1596013"/>
          </a:xfrm>
        </p:spPr>
        <p:txBody>
          <a:bodyPr xmlns:a="http://schemas.openxmlformats.org/drawingml/2006/main" vert="horz" lIns="90000" tIns="46800" rIns="90000" bIns="46800" anchor="t">
            <a:normAutofit/>
          </a:bodyPr>
          <a:lstStyle xmlns:a="http://schemas.openxmlformats.org/drawingml/2006/main">
            <a:lvl1pPr algn="ctr">
              <a:buNone/>
              <a:defRPr sz="4500"/>
            </a:lvl1pPr>
          </a:lstStyle>
          <a:p xmlns:a="http://schemas.openxmlformats.org/drawingml/2006/main">
            <a:pPr lvl="0">
              <a:buNone/>
            </a:pPr>
            <a:r>
              <a:t>单击此处编辑标题</a:t>
            </a:r>
            <a:endParaRPr/>
          </a:p>
        </p:txBody>
      </p:sp>
      <p:sp>
        <p:nvSpPr>
          <p:cNvPr id="7" name="文本占位符 6">
            <a:extLst xmlns:a="http://schemas.openxmlformats.org/drawingml/2006/main">
              <a:ext uri="{FF2B5EF4-FFF2-40B4-BE49-F238E27FC236}">
                <a16:creationId xmlns:a16="http://schemas.microsoft.com/office/drawing/2014/main" id="{2C133011-92F9-40D2-8795-ED5A0A314F47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674325" y="5141554"/>
            <a:ext cx="5512050" cy="727824"/>
          </a:xfrm>
        </p:spPr>
        <p:txBody>
          <a:bodyPr xmlns:a="http://schemas.openxmlformats.org/drawingml/2006/main" lIns="90000" tIns="46800" rIns="90000" bIns="46800">
            <a:normAutofit/>
          </a:bodyPr>
          <a:lstStyle xmlns:a="http://schemas.openxmlformats.org/drawingml/2006/main">
            <a:lvl1pPr algn="ctr">
              <a:lnSpc>
                <a:spcPct val="110000"/>
              </a:lnSpc>
              <a:buNone/>
              <a:defRPr sz="1800" spc="200"/>
            </a:lvl1pPr>
          </a:lstStyle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43dd08af263486e" /><Relationship Type="http://schemas.openxmlformats.org/officeDocument/2006/relationships/slideLayout" Target="/ppt/slideLayouts/slideLayout1.xml" Id="Re328c06e8b7c40aa" /><Relationship Type="http://schemas.openxmlformats.org/officeDocument/2006/relationships/slideLayout" Target="/ppt/slideLayouts/slideLayout2.xml" Id="R5a3e6b8923eb417b" /><Relationship Type="http://schemas.openxmlformats.org/officeDocument/2006/relationships/slideLayout" Target="/ppt/slideLayouts/slideLayout3.xml" Id="R6f3bb1befb424613" /><Relationship Type="http://schemas.openxmlformats.org/officeDocument/2006/relationships/slideLayout" Target="/ppt/slideLayouts/slideLayout4.xml" Id="Rda33698236fe4119" /><Relationship Type="http://schemas.openxmlformats.org/officeDocument/2006/relationships/slideLayout" Target="/ppt/slideLayouts/slideLayout5.xml" Id="R38505acb24994c23" /><Relationship Type="http://schemas.openxmlformats.org/officeDocument/2006/relationships/slideLayout" Target="/ppt/slideLayouts/slideLayout6.xml" Id="R8b024d11ee3c4d02" /><Relationship Type="http://schemas.openxmlformats.org/officeDocument/2006/relationships/slideLayout" Target="/ppt/slideLayouts/slideLayout7.xml" Id="R35387e25d48243ba" /><Relationship Type="http://schemas.openxmlformats.org/officeDocument/2006/relationships/slideLayout" Target="/ppt/slideLayouts/slideLayout8.xml" Id="Ra58b3639a41d4052" /><Relationship Type="http://schemas.openxmlformats.org/officeDocument/2006/relationships/slideLayout" Target="/ppt/slideLayouts/slideLayout9.xml" Id="R99e4a75f25064056" /><Relationship Type="http://schemas.openxmlformats.org/officeDocument/2006/relationships/slideLayout" Target="/ppt/slideLayouts/slideLayout10.xml" Id="R71e79ec1212a4126" /><Relationship Type="http://schemas.openxmlformats.org/officeDocument/2006/relationships/slideLayout" Target="/ppt/slideLayouts/slideLayout11.xml" Id="R7c97cd6514064089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占位符 1">
            <a:extLst xmlns:a="http://schemas.openxmlformats.org/drawingml/2006/main">
              <a:ext uri="{FF2B5EF4-FFF2-40B4-BE49-F238E27FC236}">
                <a16:creationId xmlns:a16="http://schemas.microsoft.com/office/drawing/2014/main" id="{0BDB0579-A2E5-4CAF-AD90-8E3ACEE5A42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2225" y="878587"/>
            <a:ext cx="6170175" cy="101895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0170" tIns="46990" rIns="90170" bIns="46990" anchor="ctr">
            <a:normAutofit/>
          </a:bodyPr>
          <a:lstStyle xmlns:a="http://schemas.openxmlformats.org/drawingml/2006/main"/>
          <a:p xmlns:a="http://schemas.openxmlformats.org/drawingml/2006/main">
            <a:r>
              <a:t>单击此处编辑母版标题样式</a:t>
            </a:r>
            <a:endParaRPr/>
          </a:p>
        </p:txBody>
      </p:sp>
      <p:sp>
        <p:nvSpPr>
          <p:cNvPr id="3" name="文本占位符 2">
            <a:extLst xmlns:a="http://schemas.openxmlformats.org/drawingml/2006/main">
              <a:ext uri="{FF2B5EF4-FFF2-40B4-BE49-F238E27FC236}">
                <a16:creationId xmlns:a16="http://schemas.microsoft.com/office/drawing/2014/main" id="{4631C235-A31F-4E1C-A0C2-FCFCF5CBAFE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42225" y="2152278"/>
            <a:ext cx="6170175" cy="687273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0000" tIns="46800" rIns="90000" bIns="4680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  <a:p xmlns:a="http://schemas.openxmlformats.org/drawingml/2006/main">
            <a:pPr lvl="1">
              <a:buNone/>
            </a:pPr>
            <a:r>
              <a:t>第二级</a:t>
            </a:r>
            <a:endParaRPr/>
          </a:p>
          <a:p xmlns:a="http://schemas.openxmlformats.org/drawingml/2006/main">
            <a:pPr lvl="2">
              <a:buNone/>
            </a:pPr>
            <a:r>
              <a:t>第三级</a:t>
            </a:r>
            <a:endParaRPr/>
          </a:p>
          <a:p xmlns:a="http://schemas.openxmlformats.org/drawingml/2006/main">
            <a:pPr lvl="3">
              <a:buNone/>
            </a:pPr>
            <a:r>
              <a:t>第四级</a:t>
            </a:r>
            <a:endParaRPr/>
          </a:p>
          <a:p xmlns:a="http://schemas.openxmlformats.org/drawingml/2006/main">
            <a:pPr lvl="4">
              <a:buNone/>
            </a:pPr>
            <a:r>
              <a:t>第五级</a:t>
            </a:r>
            <a:endParaRPr/>
          </a:p>
        </p:txBody>
      </p:sp>
      <p:sp>
        <p:nvSpPr>
          <p:cNvPr id="4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AB7A57F7-5497-404F-9209-64A50963BC04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44250" y="9118590"/>
            <a:ext cx="1518750" cy="45748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>
            <a:lvl1pPr algn="l">
              <a:buNone/>
              <a:defRPr sz="75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5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879E2268-616C-4A2C-ACC0-A5C733C8227C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2315250" y="9118590"/>
            <a:ext cx="2227500" cy="45748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>
            <a:lvl1pPr algn="ctr">
              <a:buNone/>
              <a:defRPr sz="75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2D28339F-8001-4B98-907E-C229776F628A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4993650" y="9118590"/>
            <a:ext cx="1518750" cy="45748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>
            <a:lvl1pPr algn="r">
              <a:buNone/>
              <a:defRPr sz="75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328c06e8b7c40aa"/>
    <p:sldLayoutId xmlns:r="http://schemas.openxmlformats.org/officeDocument/2006/relationships" id="2147483650" r:id="R5a3e6b8923eb417b"/>
    <p:sldLayoutId xmlns:r="http://schemas.openxmlformats.org/officeDocument/2006/relationships" id="2147483651" r:id="R6f3bb1befb424613"/>
    <p:sldLayoutId xmlns:r="http://schemas.openxmlformats.org/officeDocument/2006/relationships" id="2147483652" r:id="Rda33698236fe4119"/>
    <p:sldLayoutId xmlns:r="http://schemas.openxmlformats.org/officeDocument/2006/relationships" id="2147483653" r:id="R38505acb24994c23"/>
    <p:sldLayoutId xmlns:r="http://schemas.openxmlformats.org/officeDocument/2006/relationships" id="2147483654" r:id="R8b024d11ee3c4d02"/>
    <p:sldLayoutId xmlns:r="http://schemas.openxmlformats.org/officeDocument/2006/relationships" id="2147483655" r:id="R35387e25d48243ba"/>
    <p:sldLayoutId xmlns:r="http://schemas.openxmlformats.org/officeDocument/2006/relationships" id="2147483656" r:id="Ra58b3639a41d4052"/>
    <p:sldLayoutId xmlns:r="http://schemas.openxmlformats.org/officeDocument/2006/relationships" id="2147483657" r:id="R99e4a75f25064056"/>
    <p:sldLayoutId xmlns:r="http://schemas.openxmlformats.org/officeDocument/2006/relationships" id="2147483658" r:id="R71e79ec1212a4126"/>
    <p:sldLayoutId xmlns:r="http://schemas.openxmlformats.org/officeDocument/2006/relationships" id="2147483659" r:id="R7c97cd6514064089"/>
  </p:sldLayoutIdLst>
  <p:txStyles>
    <p:titleStyle>
      <a:lvl1pPr xmlns:a="http://schemas.openxmlformats.org/drawingml/2006/main" algn="l" defTabSz="685800">
        <a:lnSpc>
          <a:spcPct val="100000"/>
        </a:lnSpc>
        <a:spcBef>
          <a:spcPct val="0"/>
        </a:spcBef>
        <a:buNone/>
        <a:defRPr sz="2700" b="0" u="none" kern="1200" cap="none" spc="300" baseline="0">
          <a:solidFill>
            <a:schemeClr val="tx1">
              <a:lumMod val="85000"/>
              <a:lumOff val="15000"/>
            </a:schemeClr>
          </a:solidFill>
          <a:latin typeface="+mj-ea"/>
          <a:ea typeface="+mj-ea"/>
          <a:cs typeface="+mj-ea"/>
        </a:defRPr>
      </a:lvl1pPr>
    </p:titleStyle>
    <p:bodyStyle>
      <a:lvl1pPr xmlns:a="http://schemas.openxmlformats.org/drawingml/2006/main" marL="171450" indent="-171450" algn="l" defTabSz="685800">
        <a:lnSpc>
          <a:spcPct val="130000"/>
        </a:lnSpc>
        <a:spcBef>
          <a:spcPts val="0"/>
        </a:spcBef>
        <a:spcAft>
          <a:spcPts val="1000"/>
        </a:spcAft>
        <a:buFont typeface="Arial"/>
        <a:buChar char="●"/>
        <a:defRPr sz="1350" u="none" kern="1200" cap="none" spc="150" baseline="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1pPr>
      <a:lvl2pPr xmlns:a="http://schemas.openxmlformats.org/drawingml/2006/main" marL="514350" indent="-171450" algn="l" defTabSz="685800">
        <a:lnSpc>
          <a:spcPct val="120000"/>
        </a:lnSpc>
        <a:spcBef>
          <a:spcPts val="0"/>
        </a:spcBef>
        <a:spcAft>
          <a:spcPts val="600"/>
        </a:spcAft>
        <a:buFont typeface="Arial"/>
        <a:buChar char="●"/>
        <a:tabLst>
          <a:tab pos="1207135" algn="l"/>
          <a:tab pos="1207135" algn="l"/>
          <a:tab pos="1207135" algn="l"/>
          <a:tab pos="1207135" algn="l"/>
        </a:tabLst>
        <a:defRPr sz="1200" u="none" kern="1200" cap="none" spc="150" baseline="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2pPr>
      <a:lvl3pPr xmlns:a="http://schemas.openxmlformats.org/drawingml/2006/main" marL="857250" indent="-171450" algn="l" defTabSz="685800">
        <a:lnSpc>
          <a:spcPct val="120000"/>
        </a:lnSpc>
        <a:spcBef>
          <a:spcPts val="0"/>
        </a:spcBef>
        <a:spcAft>
          <a:spcPts val="600"/>
        </a:spcAft>
        <a:buFont typeface="Arial"/>
        <a:buChar char="●"/>
        <a:defRPr sz="1200" u="none" kern="1200" cap="none" spc="150" baseline="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3pPr>
      <a:lvl4pPr xmlns:a="http://schemas.openxmlformats.org/drawingml/2006/main" marL="1200150" indent="-171450" algn="l" defTabSz="685800">
        <a:lnSpc>
          <a:spcPct val="120000"/>
        </a:lnSpc>
        <a:spcBef>
          <a:spcPts val="0"/>
        </a:spcBef>
        <a:spcAft>
          <a:spcPts val="300"/>
        </a:spcAft>
        <a:buFont typeface="Wingdings"/>
        <a:buChar char=""/>
        <a:defRPr sz="1050" u="none" kern="1200" cap="none" spc="150" baseline="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4pPr>
      <a:lvl5pPr xmlns:a="http://schemas.openxmlformats.org/drawingml/2006/main" marL="1543050" indent="-171450" algn="l" defTabSz="685800">
        <a:lnSpc>
          <a:spcPct val="120000"/>
        </a:lnSpc>
        <a:spcBef>
          <a:spcPts val="0"/>
        </a:spcBef>
        <a:spcAft>
          <a:spcPts val="300"/>
        </a:spcAft>
        <a:buFont typeface="Arial"/>
        <a:buChar char="•"/>
        <a:defRPr sz="1050" u="none" kern="1200" cap="none" spc="150" baseline="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5pPr>
      <a:lvl6pPr xmlns:a="http://schemas.openxmlformats.org/drawingml/2006/main" marL="1885950" indent="-171450" algn="l" defTabSz="685800">
        <a:lnSpc>
          <a:spcPct val="90000"/>
        </a:lnSpc>
        <a:spcBef>
          <a:spcPts val="375"/>
        </a:spcBef>
        <a:buFont typeface="Arial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228850" indent="-171450" algn="l" defTabSz="685800">
        <a:lnSpc>
          <a:spcPct val="90000"/>
        </a:lnSpc>
        <a:spcBef>
          <a:spcPts val="375"/>
        </a:spcBef>
        <a:buFont typeface="Arial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2571750" indent="-171450" algn="l" defTabSz="685800">
        <a:lnSpc>
          <a:spcPct val="90000"/>
        </a:lnSpc>
        <a:spcBef>
          <a:spcPts val="375"/>
        </a:spcBef>
        <a:buFont typeface="Arial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2914650" indent="-171450" algn="l" defTabSz="685800">
        <a:lnSpc>
          <a:spcPct val="90000"/>
        </a:lnSpc>
        <a:spcBef>
          <a:spcPts val="375"/>
        </a:spcBef>
        <a:buFont typeface="Arial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3429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6858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0287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3716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17145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0574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24003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27432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苹方-简"/>
        <a:ea typeface="苹方-简"/>
        <a:cs typeface=""/>
      </a:majorFont>
      <a:minorFont>
        <a:latin typeface="苹方-简"/>
        <a:ea typeface="苹方-简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/>
            </a:gs>
            <a:gs pos="100000">
              <a:schemeClr val="phClr"/>
            </a:gs>
          </a:gsLst>
          <a:lin ang="2700000" scaled="0"/>
        </a:gradFill>
      </a:fillStyleLst>
      <a:lnStyleLst>
        <a:ln w="1270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2700">
          <a:gradFill>
            <a:gsLst>
              <a:gs pos="0">
                <a:schemeClr val="phClr"/>
              </a:gs>
              <a:gs pos="100000">
                <a:schemeClr val="phClr"/>
              </a:gs>
            </a:gsLst>
            <a:lin ang="2700000" scaled="1"/>
          </a:gradFill>
          <a:prstDash val="solid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1.xml" Id="Rf1a8d112cf40466f"/><Relationship Type="http://schemas.openxmlformats.org/officeDocument/2006/relationships/image" Target="/ppt/media/image.png" Id="Rc599954ef7e84473"/><Relationship Type="http://schemas.openxmlformats.org/officeDocument/2006/relationships/image" Target="/ppt/media/image2.png" Id="R8a9b72f2c75949f6"/><Relationship Type="http://schemas.openxmlformats.org/officeDocument/2006/relationships/image" Target="/ppt/media/image3.png" Id="Rb5a2d17736f44331"/><Relationship Type="http://schemas.openxmlformats.org/officeDocument/2006/relationships/image" Target="/ppt/media/image4.png" Id="Rb752677f86d84df3"/><Relationship Type="http://schemas.openxmlformats.org/officeDocument/2006/relationships/image" Target="/ppt/media/image5.png" Id="R31eac6998e8344b7"/><Relationship Type="http://schemas.openxmlformats.org/officeDocument/2006/relationships/image" Target="/ppt/media/image6.png" Id="R8cca4a0bafa945cf"/><Relationship Type="http://schemas.openxmlformats.org/officeDocument/2006/relationships/image" Target="/ppt/media/image7.png" Id="R6f74d747f42343cd"/><Relationship Type="http://schemas.openxmlformats.org/officeDocument/2006/relationships/image" Target="/ppt/media/image8.png" Id="R7af40553c38a4359"/><Relationship Type="http://schemas.openxmlformats.org/officeDocument/2006/relationships/image" Target="/ppt/media/image9.png" Id="R51ce2d65e41e469e"/><Relationship Type="http://schemas.openxmlformats.org/officeDocument/2006/relationships/image" Target="/ppt/media/image10.png" Id="Rb2604fb45a19450b"/><Relationship Type="http://schemas.openxmlformats.org/officeDocument/2006/relationships/notesSlide" Target="/ppt/notesSlides/notesSlide1.xml" Id="R7cbcba838e4e4cfb"/><Relationship Id="rIdNoResult" Type="http://schemas.openxmlformats.org/officeDocument/2006/relationships/image" Target="../media/no_result_circle_slash.png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图片 11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599954ef7e84473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5600" y="-185"/>
            <a:ext cx="6778800" cy="1129800"/>
          </a:xfrm>
          <a:prstGeom xmlns:a="http://schemas.openxmlformats.org/drawingml/2006/main" prst="rect">
            <a:avLst/>
          </a:prstGeom>
        </p:spPr>
      </p:pic>
      <p:pic>
        <p:nvPicPr>
          <p:cNvPr id="12" name="图片 11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9b72f2c75949f6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5600" y="972450"/>
            <a:ext cx="6778800" cy="1129800"/>
          </a:xfrm>
          <a:prstGeom xmlns:a="http://schemas.openxmlformats.org/drawingml/2006/main" prst="rect">
            <a:avLst/>
          </a:prstGeom>
        </p:spPr>
      </p:pic>
      <p:pic>
        <p:nvPicPr>
          <p:cNvPr id="13" name="图片 11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a2d17736f44331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5600" y="1944450"/>
            <a:ext cx="6778800" cy="1129800"/>
          </a:xfrm>
          <a:prstGeom xmlns:a="http://schemas.openxmlformats.org/drawingml/2006/main" prst="rect">
            <a:avLst/>
          </a:prstGeom>
        </p:spPr>
      </p:pic>
      <p:pic>
        <p:nvPicPr>
          <p:cNvPr id="14" name="图片 11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52677f86d84df3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5600" y="2916450"/>
            <a:ext cx="6778800" cy="1129800"/>
          </a:xfrm>
          <a:prstGeom xmlns:a="http://schemas.openxmlformats.org/drawingml/2006/main" prst="rect">
            <a:avLst/>
          </a:prstGeom>
        </p:spPr>
      </p:pic>
      <p:pic>
        <p:nvPicPr>
          <p:cNvPr id="15" name="图片 11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1eac6998e8344b7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5600" y="3888450"/>
            <a:ext cx="6778800" cy="1129800"/>
          </a:xfrm>
          <a:prstGeom xmlns:a="http://schemas.openxmlformats.org/drawingml/2006/main" prst="rect">
            <a:avLst/>
          </a:prstGeom>
        </p:spPr>
      </p:pic>
      <p:pic>
        <p:nvPicPr>
          <p:cNvPr id="16" name="图片 11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ca4a0bafa945cf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5600" y="4860450"/>
            <a:ext cx="6778800" cy="1129800"/>
          </a:xfrm>
          <a:prstGeom xmlns:a="http://schemas.openxmlformats.org/drawingml/2006/main" prst="rect">
            <a:avLst/>
          </a:prstGeom>
        </p:spPr>
      </p:pic>
      <p:pic>
        <p:nvPicPr>
          <p:cNvPr id="17" name="图片 12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74d747f42343cd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5600" y="5832450"/>
            <a:ext cx="6778800" cy="1129800"/>
          </a:xfrm>
          <a:prstGeom xmlns:a="http://schemas.openxmlformats.org/drawingml/2006/main" prst="rect">
            <a:avLst/>
          </a:prstGeom>
        </p:spPr>
      </p:pic>
      <p:pic>
        <p:nvPicPr>
          <p:cNvPr id="18" name="图片 12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f40553c38a4359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5600" y="6804450"/>
            <a:ext cx="6778800" cy="1129800"/>
          </a:xfrm>
          <a:prstGeom xmlns:a="http://schemas.openxmlformats.org/drawingml/2006/main" prst="rect">
            <a:avLst/>
          </a:prstGeom>
        </p:spPr>
      </p:pic>
      <p:pic>
        <p:nvPicPr>
          <p:cNvPr id="19" name="图片 12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ce2d65e41e469e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5600" y="7776449"/>
            <a:ext cx="6778800" cy="1129800"/>
          </a:xfrm>
          <a:prstGeom xmlns:a="http://schemas.openxmlformats.org/drawingml/2006/main" prst="rect">
            <a:avLst/>
          </a:prstGeom>
        </p:spPr>
      </p:pic>
      <p:pic>
        <p:nvPicPr>
          <p:cNvPr id="20" name="图片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604fb45a19450b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5600" y="8749030"/>
            <a:ext cx="6778800" cy="1129800"/>
          </a:xfrm>
          <a:prstGeom xmlns:a="http://schemas.openxmlformats.org/drawingml/2006/main" prst="rect">
            <a:avLst/>
          </a:prstGeom>
        </p:spPr>
      </p:pic>
      <p:pic>
        <p:nvPicPr>
          <p:cNvPr id="21" name="No result S3 Alas2 DeepVelo_scv" descr="No result: gastrulation Alas2, DeepVelo_scv"/>
          <p:cNvPicPr/>
          <p:nvPr/>
        </p:nvPicPr>
        <p:blipFill>
          <ns1:blip xmlns:ns1="http://schemas.openxmlformats.org/drawingml/2006/main" xmlns:ns2="http://schemas.openxmlformats.org/officeDocument/2006/relationships" ns2:embed="rIdNoResult"/>
          <ns3:srcRect xmlns:ns3="http://schemas.openxmlformats.org/drawingml/2006/main" l="0" t="0" r="0" b="0"/>
          <ns4:stretch xmlns:ns4="http://schemas.openxmlformats.org/drawingml/2006/main">
            <ns4:fillRect/>
          </ns4:stretch>
        </p:blipFill>
        <p:spPr>
          <ns5:xfrm xmlns:ns5="http://schemas.openxmlformats.org/drawingml/2006/main">
            <ns5:off x="5445200" y="469715"/>
            <ns5:ext cx="558800" cy="406400"/>
          </ns5:xfrm>
          <ns6:prstGeom xmlns:ns6="http://schemas.openxmlformats.org/drawingml/2006/main" prst="rect">
            <ns6:avLst/>
          </ns6:prstGeom>
        </p:spPr>
      </p:pic>
      <p:pic>
        <p:nvPicPr>
          <p:cNvPr id="22" name="No result S3 Bpgm DeepVelo_scv" descr="No result: gastrulation Bpgm, DeepVelo_scv"/>
          <p:cNvPicPr/>
          <p:nvPr/>
        </p:nvPicPr>
        <p:blipFill>
          <ns1:blip xmlns:ns1="http://schemas.openxmlformats.org/drawingml/2006/main" xmlns:ns2="http://schemas.openxmlformats.org/officeDocument/2006/relationships" ns2:embed="rIdNoResult"/>
          <ns3:srcRect xmlns:ns3="http://schemas.openxmlformats.org/drawingml/2006/main" l="0" t="0" r="0" b="0"/>
          <ns4:stretch xmlns:ns4="http://schemas.openxmlformats.org/drawingml/2006/main">
            <ns4:fillRect/>
          </ns4:stretch>
        </p:blipFill>
        <p:spPr>
          <ns5:xfrm xmlns:ns5="http://schemas.openxmlformats.org/drawingml/2006/main">
            <ns5:off x="5445200" y="1442350"/>
            <ns5:ext cx="558800" cy="406400"/>
          </ns5:xfrm>
          <ns6:prstGeom xmlns:ns6="http://schemas.openxmlformats.org/drawingml/2006/main" prst="rect">
            <ns6:avLst/>
          </ns6:prstGeom>
        </p:spPr>
      </p:pic>
      <p:pic>
        <p:nvPicPr>
          <p:cNvPr id="23" name="No result S3 Dhrs11 DeepVelo_scv" descr="No result: gastrulation Dhrs11, DeepVelo_scv"/>
          <p:cNvPicPr/>
          <p:nvPr/>
        </p:nvPicPr>
        <p:blipFill>
          <ns1:blip xmlns:ns1="http://schemas.openxmlformats.org/drawingml/2006/main" xmlns:ns2="http://schemas.openxmlformats.org/officeDocument/2006/relationships" ns2:embed="rIdNoResult"/>
          <ns3:srcRect xmlns:ns3="http://schemas.openxmlformats.org/drawingml/2006/main" l="0" t="0" r="0" b="0"/>
          <ns4:stretch xmlns:ns4="http://schemas.openxmlformats.org/drawingml/2006/main">
            <ns4:fillRect/>
          </ns4:stretch>
        </p:blipFill>
        <p:spPr>
          <ns5:xfrm xmlns:ns5="http://schemas.openxmlformats.org/drawingml/2006/main">
            <ns5:off x="5445200" y="3386350"/>
            <ns5:ext cx="558800" cy="406400"/>
          </ns5:xfrm>
          <ns6:prstGeom xmlns:ns6="http://schemas.openxmlformats.org/drawingml/2006/main" prst="rect">
            <ns6:avLst/>
          </ns6:prstGeom>
        </p:spPr>
      </p:pic>
      <p:pic>
        <p:nvPicPr>
          <p:cNvPr id="24" name="No result S3 Gpx1 DeepVelo_scv" descr="No result: gastrulation Gpx1, DeepVelo_scv"/>
          <p:cNvPicPr/>
          <p:nvPr/>
        </p:nvPicPr>
        <p:blipFill>
          <ns1:blip xmlns:ns1="http://schemas.openxmlformats.org/drawingml/2006/main" xmlns:ns2="http://schemas.openxmlformats.org/officeDocument/2006/relationships" ns2:embed="rIdNoResult"/>
          <ns3:srcRect xmlns:ns3="http://schemas.openxmlformats.org/drawingml/2006/main" l="0" t="0" r="0" b="0"/>
          <ns4:stretch xmlns:ns4="http://schemas.openxmlformats.org/drawingml/2006/main">
            <ns4:fillRect/>
          </ns4:stretch>
        </p:blipFill>
        <p:spPr>
          <ns5:xfrm xmlns:ns5="http://schemas.openxmlformats.org/drawingml/2006/main">
            <ns5:off x="5445200" y="7274350"/>
            <ns5:ext cx="558800" cy="406400"/>
          </ns5:xfrm>
          <ns6:prstGeom xmlns:ns6="http://schemas.openxmlformats.org/drawingml/2006/main" prst="rect">
            <ns6:avLst/>
          </ns6:prstGeom>
        </p:spPr>
      </p:pic>
      <p:pic>
        <p:nvPicPr>
          <p:cNvPr id="25" name="No result S3 Hba-x DeepVelo_scv" descr="No result: gastrulation Hba-x, DeepVelo_scv"/>
          <p:cNvPicPr/>
          <p:nvPr/>
        </p:nvPicPr>
        <p:blipFill>
          <ns1:blip xmlns:ns1="http://schemas.openxmlformats.org/drawingml/2006/main" xmlns:ns2="http://schemas.openxmlformats.org/officeDocument/2006/relationships" ns2:embed="rIdNoResult"/>
          <ns3:srcRect xmlns:ns3="http://schemas.openxmlformats.org/drawingml/2006/main" l="0" t="0" r="0" b="0"/>
          <ns4:stretch xmlns:ns4="http://schemas.openxmlformats.org/drawingml/2006/main">
            <ns4:fillRect/>
          </ns4:stretch>
        </p:blipFill>
        <p:spPr>
          <ns5:xfrm xmlns:ns5="http://schemas.openxmlformats.org/drawingml/2006/main">
            <ns5:off x="5445200" y="9218930"/>
            <ns5:ext cx="558800" cy="406400"/>
          </ns5:xfrm>
          <ns6:prstGeom xmlns:ns6="http://schemas.openxmlformats.org/drawingml/2006/main" prst="rect">
            <ns6:avLst/>
          </ns6:prstGeom>
        </p:spPr>
      </p:pic>
      <p:pic>
        <p:nvPicPr>
          <p:cNvPr id="26" name="No result S3 Alas2 TIvelo" descr="No result: gastrulation Alas2, TIvelo"/>
          <p:cNvPicPr/>
          <p:nvPr/>
        </p:nvPicPr>
        <p:blipFill>
          <ns1:blip xmlns:ns1="http://schemas.openxmlformats.org/drawingml/2006/main" xmlns:ns2="http://schemas.openxmlformats.org/officeDocument/2006/relationships" ns2:embed="rIdNoResult"/>
          <ns3:srcRect xmlns:ns3="http://schemas.openxmlformats.org/drawingml/2006/main" l="0" t="0" r="0" b="0"/>
          <ns4:stretch xmlns:ns4="http://schemas.openxmlformats.org/drawingml/2006/main">
            <ns4:fillRect/>
          </ns4:stretch>
        </p:blipFill>
        <p:spPr>
          <ns5:xfrm xmlns:ns5="http://schemas.openxmlformats.org/drawingml/2006/main">
            <ns5:off x="2432400" y="469715"/>
            <ns5:ext cx="558800" cy="406400"/>
          </ns5:xfrm>
          <ns6:prstGeom xmlns:ns6="http://schemas.openxmlformats.org/drawingml/2006/main" prst="rect">
            <ns6:avLst/>
          </ns6:prstGeom>
        </p:spPr>
      </p:pic>
      <p:pic>
        <p:nvPicPr>
          <p:cNvPr id="27" name="No result S3 Bpgm TIvelo" descr="No result: gastrulation Bpgm, TIvelo"/>
          <p:cNvPicPr/>
          <p:nvPr/>
        </p:nvPicPr>
        <p:blipFill>
          <ns1:blip xmlns:ns1="http://schemas.openxmlformats.org/drawingml/2006/main" xmlns:ns2="http://schemas.openxmlformats.org/officeDocument/2006/relationships" ns2:embed="rIdNoResult"/>
          <ns3:srcRect xmlns:ns3="http://schemas.openxmlformats.org/drawingml/2006/main" l="0" t="0" r="0" b="0"/>
          <ns4:stretch xmlns:ns4="http://schemas.openxmlformats.org/drawingml/2006/main">
            <ns4:fillRect/>
          </ns4:stretch>
        </p:blipFill>
        <p:spPr>
          <ns5:xfrm xmlns:ns5="http://schemas.openxmlformats.org/drawingml/2006/main">
            <ns5:off x="2432400" y="1442350"/>
            <ns5:ext cx="558800" cy="406400"/>
          </ns5:xfrm>
          <ns6:prstGeom xmlns:ns6="http://schemas.openxmlformats.org/drawingml/2006/main" prst="rect">
            <ns6:avLst/>
          </ns6:prstGeom>
        </p:spPr>
      </p:pic>
      <p:pic>
        <p:nvPicPr>
          <p:cNvPr id="28" name="No result S3 Dhrs11 TIvelo" descr="No result: gastrulation Dhrs11, TIvelo"/>
          <p:cNvPicPr/>
          <p:nvPr/>
        </p:nvPicPr>
        <p:blipFill>
          <ns1:blip xmlns:ns1="http://schemas.openxmlformats.org/drawingml/2006/main" xmlns:ns2="http://schemas.openxmlformats.org/officeDocument/2006/relationships" ns2:embed="rIdNoResult"/>
          <ns3:srcRect xmlns:ns3="http://schemas.openxmlformats.org/drawingml/2006/main" l="0" t="0" r="0" b="0"/>
          <ns4:stretch xmlns:ns4="http://schemas.openxmlformats.org/drawingml/2006/main">
            <ns4:fillRect/>
          </ns4:stretch>
        </p:blipFill>
        <p:spPr>
          <ns5:xfrm xmlns:ns5="http://schemas.openxmlformats.org/drawingml/2006/main">
            <ns5:off x="2432400" y="3386350"/>
            <ns5:ext cx="558800" cy="406400"/>
          </ns5:xfrm>
          <ns6:prstGeom xmlns:ns6="http://schemas.openxmlformats.org/drawingml/2006/main" prst="rect">
            <ns6:avLst/>
          </ns6:prstGeom>
        </p:spPr>
      </p:pic>
      <p:pic>
        <p:nvPicPr>
          <p:cNvPr id="29" name="No result S3 Gpx1 TIvelo" descr="No result: gastrulation Gpx1, TIvelo"/>
          <p:cNvPicPr/>
          <p:nvPr/>
        </p:nvPicPr>
        <p:blipFill>
          <ns1:blip xmlns:ns1="http://schemas.openxmlformats.org/drawingml/2006/main" xmlns:ns2="http://schemas.openxmlformats.org/officeDocument/2006/relationships" ns2:embed="rIdNoResult"/>
          <ns3:srcRect xmlns:ns3="http://schemas.openxmlformats.org/drawingml/2006/main" l="0" t="0" r="0" b="0"/>
          <ns4:stretch xmlns:ns4="http://schemas.openxmlformats.org/drawingml/2006/main">
            <ns4:fillRect/>
          </ns4:stretch>
        </p:blipFill>
        <p:spPr>
          <ns5:xfrm xmlns:ns5="http://schemas.openxmlformats.org/drawingml/2006/main">
            <ns5:off x="2432400" y="7274350"/>
            <ns5:ext cx="558800" cy="406400"/>
          </ns5:xfrm>
          <ns6:prstGeom xmlns:ns6="http://schemas.openxmlformats.org/drawingml/2006/main" prst="rect">
            <ns6:avLst/>
          </ns6:prstGeom>
        </p:spPr>
      </p:pic>
      <p:pic>
        <p:nvPicPr>
          <p:cNvPr id="30" name="No result S3 Hba-x TIvelo" descr="No result: gastrulation Hba-x, TIvelo"/>
          <p:cNvPicPr/>
          <p:nvPr/>
        </p:nvPicPr>
        <p:blipFill>
          <ns1:blip xmlns:ns1="http://schemas.openxmlformats.org/drawingml/2006/main" xmlns:ns2="http://schemas.openxmlformats.org/officeDocument/2006/relationships" ns2:embed="rIdNoResult"/>
          <ns3:srcRect xmlns:ns3="http://schemas.openxmlformats.org/drawingml/2006/main" l="0" t="0" r="0" b="0"/>
          <ns4:stretch xmlns:ns4="http://schemas.openxmlformats.org/drawingml/2006/main">
            <ns4:fillRect/>
          </ns4:stretch>
        </p:blipFill>
        <p:spPr>
          <ns5:xfrm xmlns:ns5="http://schemas.openxmlformats.org/drawingml/2006/main">
            <ns5:off x="2432400" y="9218930"/>
            <ns5:ext cx="558800" cy="406400"/>
          </ns5:xfrm>
          <ns6:prstGeom xmlns:ns6="http://schemas.openxmlformats.org/drawingml/2006/main" prst="rect">
            <ns6:avLst/>
          </ns6:prstGeom>
        </p:spPr>
      </p:pic>
      <p:pic>
        <p:nvPicPr>
          <p:cNvPr id="31" name="No result S3 Bpgm veloVI" descr="No result: gastrulation Bpgm, veloVI"/>
          <p:cNvPicPr/>
          <p:nvPr/>
        </p:nvPicPr>
        <p:blipFill>
          <ns1:blip xmlns:ns1="http://schemas.openxmlformats.org/drawingml/2006/main" xmlns:ns2="http://schemas.openxmlformats.org/officeDocument/2006/relationships" ns2:embed="rIdNoResult"/>
          <ns3:srcRect xmlns:ns3="http://schemas.openxmlformats.org/drawingml/2006/main" l="0" t="0" r="0" b="0"/>
          <ns4:stretch xmlns:ns4="http://schemas.openxmlformats.org/drawingml/2006/main">
            <ns4:fillRect/>
          </ns4:stretch>
        </p:blipFill>
        <p:spPr>
          <ns5:xfrm xmlns:ns5="http://schemas.openxmlformats.org/drawingml/2006/main">
            <ns5:off x="3185600" y="1442350"/>
            <ns5:ext cx="558800" cy="406400"/>
          </ns5:xfrm>
          <ns6:prstGeom xmlns:ns6="http://schemas.openxmlformats.org/drawingml/2006/main" prst="rect">
            <ns6:avLst/>
          </ns6:prstGeom>
        </p:spPr>
      </p:pic>
      <p:pic>
        <p:nvPicPr>
          <p:cNvPr id="32" name="No result S3 Cdc25b veloVI" descr="No result: gastrulation Cdc25b, veloVI"/>
          <p:cNvPicPr/>
          <p:nvPr/>
        </p:nvPicPr>
        <p:blipFill>
          <ns1:blip xmlns:ns1="http://schemas.openxmlformats.org/drawingml/2006/main" xmlns:ns2="http://schemas.openxmlformats.org/officeDocument/2006/relationships" ns2:embed="rIdNoResult"/>
          <ns3:srcRect xmlns:ns3="http://schemas.openxmlformats.org/drawingml/2006/main" l="0" t="0" r="0" b="0"/>
          <ns4:stretch xmlns:ns4="http://schemas.openxmlformats.org/drawingml/2006/main">
            <ns4:fillRect/>
          </ns4:stretch>
        </p:blipFill>
        <p:spPr>
          <ns5:xfrm xmlns:ns5="http://schemas.openxmlformats.org/drawingml/2006/main">
            <ns5:off x="3185600" y="2414350"/>
            <ns5:ext cx="558800" cy="406400"/>
          </ns5:xfrm>
          <ns6:prstGeom xmlns:ns6="http://schemas.openxmlformats.org/drawingml/2006/main" prst="rect">
            <ns6:avLst/>
          </ns6:prstGeom>
        </p:spPr>
      </p:pic>
      <p:pic>
        <p:nvPicPr>
          <p:cNvPr id="33" name="No result S3 Dhrs11 veloVI" descr="No result: gastrulation Dhrs11, veloVI"/>
          <p:cNvPicPr/>
          <p:nvPr/>
        </p:nvPicPr>
        <p:blipFill>
          <ns1:blip xmlns:ns1="http://schemas.openxmlformats.org/drawingml/2006/main" xmlns:ns2="http://schemas.openxmlformats.org/officeDocument/2006/relationships" ns2:embed="rIdNoResult"/>
          <ns3:srcRect xmlns:ns3="http://schemas.openxmlformats.org/drawingml/2006/main" l="0" t="0" r="0" b="0"/>
          <ns4:stretch xmlns:ns4="http://schemas.openxmlformats.org/drawingml/2006/main">
            <ns4:fillRect/>
          </ns4:stretch>
        </p:blipFill>
        <p:spPr>
          <ns5:xfrm xmlns:ns5="http://schemas.openxmlformats.org/drawingml/2006/main">
            <ns5:off x="3185600" y="3386350"/>
            <ns5:ext cx="558800" cy="406400"/>
          </ns5:xfrm>
          <ns6:prstGeom xmlns:ns6="http://schemas.openxmlformats.org/drawingml/2006/main" prst="rect">
            <ns6:avLst/>
          </ns6:prstGeom>
        </p:spPr>
      </p:pic>
      <p:pic>
        <p:nvPicPr>
          <p:cNvPr id="34" name="No result S3 Fam210b veloVI" descr="No result: gastrulation Fam210b, veloVI"/>
          <p:cNvPicPr/>
          <p:nvPr/>
        </p:nvPicPr>
        <p:blipFill>
          <ns1:blip xmlns:ns1="http://schemas.openxmlformats.org/drawingml/2006/main" xmlns:ns2="http://schemas.openxmlformats.org/officeDocument/2006/relationships" ns2:embed="rIdNoResult"/>
          <ns3:srcRect xmlns:ns3="http://schemas.openxmlformats.org/drawingml/2006/main" l="0" t="0" r="0" b="0"/>
          <ns4:stretch xmlns:ns4="http://schemas.openxmlformats.org/drawingml/2006/main">
            <ns4:fillRect/>
          </ns4:stretch>
        </p:blipFill>
        <p:spPr>
          <ns5:xfrm xmlns:ns5="http://schemas.openxmlformats.org/drawingml/2006/main">
            <ns5:off x="3185600" y="4358350"/>
            <ns5:ext cx="558800" cy="406400"/>
          </ns5:xfrm>
          <ns6:prstGeom xmlns:ns6="http://schemas.openxmlformats.org/drawingml/2006/main" prst="rect">
            <ns6:avLst/>
          </ns6:prstGeom>
        </p:spPr>
      </p:pic>
      <p:pic>
        <p:nvPicPr>
          <p:cNvPr id="35" name="No result S3 Gclm veloVI" descr="No result: gastrulation Gclm, veloVI"/>
          <p:cNvPicPr/>
          <p:nvPr/>
        </p:nvPicPr>
        <p:blipFill>
          <ns1:blip xmlns:ns1="http://schemas.openxmlformats.org/drawingml/2006/main" xmlns:ns2="http://schemas.openxmlformats.org/officeDocument/2006/relationships" ns2:embed="rIdNoResult"/>
          <ns3:srcRect xmlns:ns3="http://schemas.openxmlformats.org/drawingml/2006/main" l="0" t="0" r="0" b="0"/>
          <ns4:stretch xmlns:ns4="http://schemas.openxmlformats.org/drawingml/2006/main">
            <ns4:fillRect/>
          </ns4:stretch>
        </p:blipFill>
        <p:spPr>
          <ns5:xfrm xmlns:ns5="http://schemas.openxmlformats.org/drawingml/2006/main">
            <ns5:off x="3185600" y="6302350"/>
            <ns5:ext cx="558800" cy="406400"/>
          </ns5:xfrm>
          <ns6:prstGeom xmlns:ns6="http://schemas.openxmlformats.org/drawingml/2006/main" prst="rect">
            <ns6:avLst/>
          </ns6:prstGeom>
        </p:spPr>
      </p:pic>
      <p:pic>
        <p:nvPicPr>
          <p:cNvPr id="36" name="No result S3 Gpx1 veloVI" descr="No result: gastrulation Gpx1, veloVI"/>
          <p:cNvPicPr/>
          <p:nvPr/>
        </p:nvPicPr>
        <p:blipFill>
          <ns1:blip xmlns:ns1="http://schemas.openxmlformats.org/drawingml/2006/main" xmlns:ns2="http://schemas.openxmlformats.org/officeDocument/2006/relationships" ns2:embed="rIdNoResult"/>
          <ns3:srcRect xmlns:ns3="http://schemas.openxmlformats.org/drawingml/2006/main" l="0" t="0" r="0" b="0"/>
          <ns4:stretch xmlns:ns4="http://schemas.openxmlformats.org/drawingml/2006/main">
            <ns4:fillRect/>
          </ns4:stretch>
        </p:blipFill>
        <p:spPr>
          <ns5:xfrm xmlns:ns5="http://schemas.openxmlformats.org/drawingml/2006/main">
            <ns5:off x="3185600" y="7274350"/>
            <ns5:ext cx="558800" cy="406400"/>
          </ns5:xfrm>
          <ns6:prstGeom xmlns:ns6="http://schemas.openxmlformats.org/drawingml/2006/main" prst="rect">
            <ns6:avLst/>
          </ns6:prstGeom>
        </p:spPr>
      </p:pic>
      <p:pic>
        <p:nvPicPr>
          <p:cNvPr id="37" name="No result S3 Gypa veloVI" descr="No result: gastrulation Gypa, veloVI"/>
          <p:cNvPicPr/>
          <p:nvPr/>
        </p:nvPicPr>
        <p:blipFill>
          <ns1:blip xmlns:ns1="http://schemas.openxmlformats.org/drawingml/2006/main" xmlns:ns2="http://schemas.openxmlformats.org/officeDocument/2006/relationships" ns2:embed="rIdNoResult"/>
          <ns3:srcRect xmlns:ns3="http://schemas.openxmlformats.org/drawingml/2006/main" l="0" t="0" r="0" b="0"/>
          <ns4:stretch xmlns:ns4="http://schemas.openxmlformats.org/drawingml/2006/main">
            <ns4:fillRect/>
          </ns4:stretch>
        </p:blipFill>
        <p:spPr>
          <ns5:xfrm xmlns:ns5="http://schemas.openxmlformats.org/drawingml/2006/main">
            <ns5:off x="3185600" y="8246349"/>
            <ns5:ext cx="558800" cy="406400"/>
          </ns5:xfrm>
          <ns6:prstGeom xmlns:ns6="http://schemas.openxmlformats.org/drawingml/2006/main" prst="rect">
            <ns6:avLst/>
          </ns6:prstGeom>
        </p:spPr>
      </p:pic>
    </p:spTree>
    <p:extLst>
      <p:ext uri="{BB962C8B-B14F-4D97-AF65-F5344CB8AC3E}">
        <p14:creationId xmlns:p14="http://schemas.microsoft.com/office/powerpoint/2010/main" val="1917673535"/>
      </p:ext>
    </p:extLst>
  </p:cSld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苹方-简"/>
        <a:ea typeface="苹方-简"/>
        <a:cs typeface=""/>
      </a:majorFont>
      <a:minorFont>
        <a:latin typeface="苹方-简"/>
        <a:ea typeface="苹方-简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/>
            </a:gs>
            <a:gs pos="100000">
              <a:schemeClr val="phClr"/>
            </a:gs>
          </a:gsLst>
          <a:lin ang="2700000" scaled="0"/>
        </a:gradFill>
      </a:fillStyleLst>
      <a:lnStyleLst>
        <a:ln w="1270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2700">
          <a:gradFill>
            <a:gsLst>
              <a:gs pos="0">
                <a:schemeClr val="phClr"/>
              </a:gs>
              <a:gs pos="100000">
                <a:schemeClr val="phClr"/>
              </a:gs>
            </a:gsLst>
            <a:lin ang="2700000" scaled="1"/>
          </a:gradFill>
          <a:prstDash val="solid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2026-09-27T11:53:12.7070000Z</dcterms:created>
  <dcterms:modified xsi:type="dcterms:W3CDTF">2026-09-27T11:53:12.7070000Z</dcterms:modified>
</coreProperties>
</file>