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9a34da2d44b45" /><Relationship Type="http://schemas.openxmlformats.org/officeDocument/2006/relationships/extended-properties" Target="/docProps/app.xml" Id="Rb36a72773a1843c9" /><Relationship Type="http://schemas.openxmlformats.org/officeDocument/2006/relationships/officeDocument" Target="/ppt/presentation.xml" Id="R9603abdb86ea49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700a3f33fe4e3c"/>
  </p:sldMasterIdLst>
  <p:notesMasterIdLst>
    <p:notesMasterId xmlns:r="http://schemas.openxmlformats.org/officeDocument/2006/relationships" r:id="R53d1311382954b92"/>
  </p:notesMasterIdLst>
  <p:sldIdLst>
    <p:sldId xmlns:r="http://schemas.openxmlformats.org/officeDocument/2006/relationships" id="256" r:id="Rbf21713eb1804ef9"/>
  </p:sldIdLst>
  <p:sldSz cx="6858000" cy="99034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00" cy="360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6bc25cd7b84119" /><Relationship Type="http://schemas.openxmlformats.org/officeDocument/2006/relationships/slideMaster" Target="/ppt/slideMasters/slideMaster1.xml" Id="R31700a3f33fe4e3c" /><Relationship Type="http://schemas.openxmlformats.org/officeDocument/2006/relationships/notesMaster" Target="/ppt/notesMasters/notesMaster1.xml" Id="R53d1311382954b92" /><Relationship Type="http://schemas.openxmlformats.org/officeDocument/2006/relationships/presProps" Target="/ppt/presProps.xml" Id="R4836feab30d14148" /><Relationship Type="http://schemas.openxmlformats.org/officeDocument/2006/relationships/viewProps" Target="/ppt/viewProps.xml" Id="Rcba69238393a4733" /><Relationship Type="http://schemas.openxmlformats.org/officeDocument/2006/relationships/tableStyles" Target="/ppt/tableStyles.xml" Id="Rf8ebe119da1846de" /><Relationship Type="http://schemas.openxmlformats.org/officeDocument/2006/relationships/slide" Target="/ppt/slides/slide1.xml" Id="Rbf21713eb180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423eea9f6f42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a1a0f9a07491a" /><Relationship Type="http://schemas.openxmlformats.org/officeDocument/2006/relationships/notesMaster" Target="/ppt/notesMasters/notesMaster1.xml" Id="R1c8ac5e2322a49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0eeb619884d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1fe6cab314c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79f3ee2814e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e201c592446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8e2ff051b4a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cc3bddf9d46b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6ee08bfaa4c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83a541539435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ca5034a784e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99c00755f4c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edb8f03184b9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1D61276-C2AF-43FB-A006-ECB81C0D16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DBEABC9-A6F0-4ECE-B15A-7404362997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4C0E2622-3B81-4963-8860-1A94DB0D9A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3633345F-1CD9-49E2-8D66-EB09537FC2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F82657BF-54AB-4E0D-8130-42D109A0B8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936A14-1194-4B87-B524-F1EF4FCA9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994A0B9-5FBA-4E32-BB99-08D36D79F6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5F34C08-DEAA-4EFA-A38D-28223B2964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05F65A-2D27-4A92-905B-34C45DF3CE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841221E-309D-4DD5-8103-BE491BB7DE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F6A0C6E-5326-453D-A1B2-D489EF968DF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024067-C7B9-451A-90D9-24B40732006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AE206F-7E6E-4ED7-84B6-FDB522D9E8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E0EF8A0-8A3C-4B64-995F-B24A5C4679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638530-D7CA-42A7-8243-EF60B0D2DD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3691921-6DBB-4550-9C03-43D89C941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0D4EF9D-F5C0-41A1-959B-F5748CBAE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55E02C9-AC27-4455-9D78-D659D3CEAE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3C133B-277D-4887-BE72-EC83A1FD56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082EA54-C9F3-4C56-B208-2CB539DD64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4E7DAA3-4D1B-495F-925B-D266FB7139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090F02-F30E-4FB4-BB7B-964B50804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17B1A58-0407-45D8-997C-588DE3F190D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27509"/>
            <a:ext cx="3005100" cy="597855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C17CF3F-66CC-4E48-A3E4-B73AA15CBA1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BA5908C-541E-4AB4-8AC7-579A3E4171B7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27509"/>
            <a:ext cx="3005100" cy="597855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08D4B66-50C8-4A5C-A01D-57E91EA584E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3227895-2286-4169-B841-F863726167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3BB04B2-20C4-491B-BDA2-CC1AC22566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5CC23E7-CD4E-4E67-8290-D6947667AE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E7009A-B8F6-4611-BE45-C164A167B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9C35149-B1C7-4A22-8A96-7F7A80BFFC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D0967BB-475E-4267-B47C-6D0AEF4946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D272916-AFDB-4CA1-B05B-066D7FEB75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1BD85BA-75C8-4D02-93B0-34F123D65D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46113BE-1265-41D9-84BE-6327D777E0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4F93582-ED20-4E79-B9F8-71E7D734FD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FF547CCE-82FA-4FF6-8D26-4F15BC5C64A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0584C9B-F939-49B6-9D0A-27AF2AB63D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8D828F2-5118-4EEF-9647-A73D12EF4F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22E4B29-0C0B-44D2-B69D-42B1C9ECAC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9DADBE9-6DD1-4096-A8CE-01DC15E52A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501E14-B71C-4EB3-A30C-7B34EB5052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9CC9B12-60D2-4531-A8BF-0E556F2FAA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1430A7A-6000-46C6-977C-B710B7A458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1A55DA5-9B48-426B-88B8-4F070E8535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674DFF-22FD-4223-88A8-75B85D9FD3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250EB26-C57A-4F7D-8A09-AA3BDBD5AD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6518B1B-08F0-401D-B76D-DDCAE5D11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C2ACB45-5EA1-44C2-84A5-95D410A68D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C9DF882-C7F7-4651-AABF-43AFD540BC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650D8C57-68ED-40F5-811F-DBFB9CA88C83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64FF613-D212-47B1-8EEA-04464BB9F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6F7D0F3-CD7C-4FB9-9FEE-7948194060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63B700D-370D-496B-ACC4-7BE8F88862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638728-DB5C-439D-8088-A246D40FAB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462361"/>
            <a:ext cx="5512050" cy="159601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2C133011-92F9-40D2-8795-ED5A0A314F4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727824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3dd08af263486e" /><Relationship Type="http://schemas.openxmlformats.org/officeDocument/2006/relationships/slideLayout" Target="/ppt/slideLayouts/slideLayout1.xml" Id="Re328c06e8b7c40aa" /><Relationship Type="http://schemas.openxmlformats.org/officeDocument/2006/relationships/slideLayout" Target="/ppt/slideLayouts/slideLayout2.xml" Id="R5a3e6b8923eb417b" /><Relationship Type="http://schemas.openxmlformats.org/officeDocument/2006/relationships/slideLayout" Target="/ppt/slideLayouts/slideLayout3.xml" Id="R6f3bb1befb424613" /><Relationship Type="http://schemas.openxmlformats.org/officeDocument/2006/relationships/slideLayout" Target="/ppt/slideLayouts/slideLayout4.xml" Id="Rda33698236fe4119" /><Relationship Type="http://schemas.openxmlformats.org/officeDocument/2006/relationships/slideLayout" Target="/ppt/slideLayouts/slideLayout5.xml" Id="R38505acb24994c23" /><Relationship Type="http://schemas.openxmlformats.org/officeDocument/2006/relationships/slideLayout" Target="/ppt/slideLayouts/slideLayout6.xml" Id="R8b024d11ee3c4d02" /><Relationship Type="http://schemas.openxmlformats.org/officeDocument/2006/relationships/slideLayout" Target="/ppt/slideLayouts/slideLayout7.xml" Id="R35387e25d48243ba" /><Relationship Type="http://schemas.openxmlformats.org/officeDocument/2006/relationships/slideLayout" Target="/ppt/slideLayouts/slideLayout8.xml" Id="Ra58b3639a41d4052" /><Relationship Type="http://schemas.openxmlformats.org/officeDocument/2006/relationships/slideLayout" Target="/ppt/slideLayouts/slideLayout9.xml" Id="R99e4a75f25064056" /><Relationship Type="http://schemas.openxmlformats.org/officeDocument/2006/relationships/slideLayout" Target="/ppt/slideLayouts/slideLayout10.xml" Id="R71e79ec1212a4126" /><Relationship Type="http://schemas.openxmlformats.org/officeDocument/2006/relationships/slideLayout" Target="/ppt/slideLayouts/slideLayout11.xml" Id="R7c97cd65140640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BDB0579-A2E5-4CAF-AD90-8E3ACEE5A4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631C235-A31F-4E1C-A0C2-FCFCF5CBAF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B7A57F7-5497-404F-9209-64A50963BC0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9E2268-616C-4A2C-ACC0-A5C733C8227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8339F-8001-4B98-907E-C229776F628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8c06e8b7c40aa"/>
    <p:sldLayoutId xmlns:r="http://schemas.openxmlformats.org/officeDocument/2006/relationships" id="2147483650" r:id="R5a3e6b8923eb417b"/>
    <p:sldLayoutId xmlns:r="http://schemas.openxmlformats.org/officeDocument/2006/relationships" id="2147483651" r:id="R6f3bb1befb424613"/>
    <p:sldLayoutId xmlns:r="http://schemas.openxmlformats.org/officeDocument/2006/relationships" id="2147483652" r:id="Rda33698236fe4119"/>
    <p:sldLayoutId xmlns:r="http://schemas.openxmlformats.org/officeDocument/2006/relationships" id="2147483653" r:id="R38505acb24994c23"/>
    <p:sldLayoutId xmlns:r="http://schemas.openxmlformats.org/officeDocument/2006/relationships" id="2147483654" r:id="R8b024d11ee3c4d02"/>
    <p:sldLayoutId xmlns:r="http://schemas.openxmlformats.org/officeDocument/2006/relationships" id="2147483655" r:id="R35387e25d48243ba"/>
    <p:sldLayoutId xmlns:r="http://schemas.openxmlformats.org/officeDocument/2006/relationships" id="2147483656" r:id="Ra58b3639a41d4052"/>
    <p:sldLayoutId xmlns:r="http://schemas.openxmlformats.org/officeDocument/2006/relationships" id="2147483657" r:id="R99e4a75f25064056"/>
    <p:sldLayoutId xmlns:r="http://schemas.openxmlformats.org/officeDocument/2006/relationships" id="2147483658" r:id="R71e79ec1212a4126"/>
    <p:sldLayoutId xmlns:r="http://schemas.openxmlformats.org/officeDocument/2006/relationships" id="2147483659" r:id="R7c97cd6514064089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1a8d112cf40466f"/><Relationship Type="http://schemas.openxmlformats.org/officeDocument/2006/relationships/image" Target="/ppt/media/image.png" Id="Rc599954ef7e84473"/><Relationship Type="http://schemas.openxmlformats.org/officeDocument/2006/relationships/image" Target="/ppt/media/image2.png" Id="R8a9b72f2c75949f6"/><Relationship Type="http://schemas.openxmlformats.org/officeDocument/2006/relationships/image" Target="/ppt/media/image3.png" Id="Rb5a2d17736f44331"/><Relationship Type="http://schemas.openxmlformats.org/officeDocument/2006/relationships/image" Target="/ppt/media/image4.png" Id="Rb752677f86d84df3"/><Relationship Type="http://schemas.openxmlformats.org/officeDocument/2006/relationships/image" Target="/ppt/media/image5.png" Id="R31eac6998e8344b7"/><Relationship Type="http://schemas.openxmlformats.org/officeDocument/2006/relationships/image" Target="/ppt/media/image6.png" Id="R8cca4a0bafa945cf"/><Relationship Type="http://schemas.openxmlformats.org/officeDocument/2006/relationships/image" Target="/ppt/media/image7.png" Id="R6f74d747f42343cd"/><Relationship Type="http://schemas.openxmlformats.org/officeDocument/2006/relationships/image" Target="/ppt/media/image8.png" Id="R7af40553c38a4359"/><Relationship Type="http://schemas.openxmlformats.org/officeDocument/2006/relationships/image" Target="/ppt/media/image9.png" Id="R51ce2d65e41e469e"/><Relationship Type="http://schemas.openxmlformats.org/officeDocument/2006/relationships/image" Target="/ppt/media/image10.png" Id="Rb2604fb45a19450b"/><Relationship Type="http://schemas.openxmlformats.org/officeDocument/2006/relationships/notesSlide" Target="/ppt/notesSlides/notesSlide1.xml" Id="R7cbcba838e4e4cfb"/><Relationship Id="rIdNoResult" Type="http://schemas.openxmlformats.org/officeDocument/2006/relationships/image" Target="../media/no_result_circle_slash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图片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9954ef7e844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-185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2" name="图片 1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b72f2c75949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97245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3" name="图片 1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2d17736f443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194445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4" name="图片 1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2677f86d84d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291645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5" name="图片 1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ac6998e8344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388845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6" name="图片 1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a4a0bafa945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486045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7" name="图片 1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4d747f42343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583245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8" name="图片 1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40553c38a43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680445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9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e2d65e41e46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7776449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2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04fb45a1945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874903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21" name="No result S3 Alas2 DeepVelo_scv" descr="No result: gastrulation Alas2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469715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2" name="No result S3 Bpgm DeepVelo_scv" descr="No result: gastrulation Bpgm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1442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3" name="No result S3 Dhrs11 DeepVelo_scv" descr="No result: gastrulation Dhrs11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3386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4" name="No result S3 Gpx1 DeepVelo_scv" descr="No result: gastrulation Gpx1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7274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5" name="No result S3 Hba-x DeepVelo_scv" descr="No result: gastrulation Hba-x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921893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6" name="No result S3 Alas2 TIvelo" descr="No result: gastrulation Alas2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469715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7" name="No result S3 Bpgm TIvelo" descr="No result: gastrulation Bpgm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1442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8" name="No result S3 Dhrs11 TIvelo" descr="No result: gastrulation Dhrs11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3386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29" name="No result S3 Gpx1 TIvelo" descr="No result: gastrulation Gpx1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7274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30" name="No result S3 Hba-x TIvelo" descr="No result: gastrulation Hba-x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921893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31" name="No result S3 Bpgm veloVI" descr="No result: gastrulation Bpgm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1442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32" name="No result S3 Cdc25b veloVI" descr="No result: gastrulation Cdc25b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2414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33" name="No result S3 Dhrs11 veloVI" descr="No result: gastrulation Dhrs11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3386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34" name="No result S3 Fam210b veloVI" descr="No result: gastrulation Fam210b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4358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35" name="No result S3 Gclm veloVI" descr="No result: gastrulation Gclm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6302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36" name="No result S3 Gpx1 veloVI" descr="No result: gastrulation Gpx1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727435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37" name="No result S3 Gypa veloVI" descr="No result: gastrulation Gypa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8246349"/>
            <ns5:ext cx="558800" cy="406400"/>
          </ns5:xfrm>
          <ns6:prstGeom xmlns:ns6="http://schemas.openxmlformats.org/drawingml/2006/main" prst="rect">
            <ns6:avLst/>
          </ns6:prstGeom>
        </p:spPr>
      </p:pic>
    </p:spTree>
    <p:extLst>
      <p:ext uri="{BB962C8B-B14F-4D97-AF65-F5344CB8AC3E}">
        <p14:creationId xmlns:p14="http://schemas.microsoft.com/office/powerpoint/2010/main" val="1917673535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2026-09-27T11:53:12.7070000Z</dcterms:created>
  <dcterms:modified xsi:type="dcterms:W3CDTF">2026-09-27T11:53:12.7070000Z</dcterms:modified>
</coreProperties>
</file>