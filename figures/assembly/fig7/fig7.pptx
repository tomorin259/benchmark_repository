
<file path=[Content_Types].xml><?xml version="1.0" encoding="utf-8"?>
<Types xmlns="http://schemas.openxmlformats.org/package/2006/content-types">
  <Default Extension="xlsx" ContentType="application/vnd.openxmlformats-officedocument.spreadsheetml.sheet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harts/chart1.xml" ContentType="application/vnd.openxmlformats-officedocument.drawingml.chart+xml"/>
  <Override PartName="/ppt/charts/chart10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charts/chart4.xml" ContentType="application/vnd.openxmlformats-officedocument.drawingml.chart+xml"/>
  <Override PartName="/ppt/charts/chart5.xml" ContentType="application/vnd.openxmlformats-officedocument.drawingml.chart+xml"/>
  <Override PartName="/ppt/charts/chart6.xml" ContentType="application/vnd.openxmlformats-officedocument.drawingml.chart+xml"/>
  <Override PartName="/ppt/charts/chart7.xml" ContentType="application/vnd.openxmlformats-officedocument.drawingml.chart+xml"/>
  <Override PartName="/ppt/charts/chart8.xml" ContentType="application/vnd.openxmlformats-officedocument.drawingml.chart+xml"/>
  <Override PartName="/ppt/charts/chart9.xml" ContentType="application/vnd.openxmlformats-officedocument.drawingml.chart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ags/tag10.xml" ContentType="application/vnd.openxmlformats-officedocument.presentationml.tags+xml"/>
  <Override PartName="/ppt/tags/tag11.xml" ContentType="application/vnd.openxmlformats-officedocument.presentationml.tags+xml"/>
  <Override PartName="/ppt/tags/tag12.xml" ContentType="application/vnd.openxmlformats-officedocument.presentationml.tags+xml"/>
  <Override PartName="/ppt/tags/tag13.xml" ContentType="application/vnd.openxmlformats-officedocument.presentationml.tags+xml"/>
  <Override PartName="/ppt/tags/tag14.xml" ContentType="application/vnd.openxmlformats-officedocument.presentationml.tags+xml"/>
  <Override PartName="/ppt/tags/tag15.xml" ContentType="application/vnd.openxmlformats-officedocument.presentationml.tags+xml"/>
  <Override PartName="/ppt/tags/tag16.xml" ContentType="application/vnd.openxmlformats-officedocument.presentationml.tags+xml"/>
  <Override PartName="/ppt/tags/tag17.xml" ContentType="application/vnd.openxmlformats-officedocument.presentationml.tags+xml"/>
  <Override PartName="/ppt/tags/tag18.xml" ContentType="application/vnd.openxmlformats-officedocument.presentationml.tags+xml"/>
  <Override PartName="/ppt/tags/tag19.xml" ContentType="application/vnd.openxmlformats-officedocument.presentationml.tags+xml"/>
  <Override PartName="/ppt/tags/tag2.xml" ContentType="application/vnd.openxmlformats-officedocument.presentationml.tags+xml"/>
  <Override PartName="/ppt/tags/tag20.xml" ContentType="application/vnd.openxmlformats-officedocument.presentationml.tags+xml"/>
  <Override PartName="/ppt/tags/tag21.xml" ContentType="application/vnd.openxmlformats-officedocument.presentationml.tags+xml"/>
  <Override PartName="/ppt/tags/tag22.xml" ContentType="application/vnd.openxmlformats-officedocument.presentationml.tags+xml"/>
  <Override PartName="/ppt/tags/tag23.xml" ContentType="application/vnd.openxmlformats-officedocument.presentationml.tags+xml"/>
  <Override PartName="/ppt/tags/tag24.xml" ContentType="application/vnd.openxmlformats-officedocument.presentationml.tags+xml"/>
  <Override PartName="/ppt/tags/tag25.xml" ContentType="application/vnd.openxmlformats-officedocument.presentationml.tags+xml"/>
  <Override PartName="/ppt/tags/tag26.xml" ContentType="application/vnd.openxmlformats-officedocument.presentationml.tags+xml"/>
  <Override PartName="/ppt/tags/tag27.xml" ContentType="application/vnd.openxmlformats-officedocument.presentationml.tags+xml"/>
  <Override PartName="/ppt/tags/tag28.xml" ContentType="application/vnd.openxmlformats-officedocument.presentationml.tags+xml"/>
  <Override PartName="/ppt/tags/tag29.xml" ContentType="application/vnd.openxmlformats-officedocument.presentationml.tags+xml"/>
  <Override PartName="/ppt/tags/tag3.xml" ContentType="application/vnd.openxmlformats-officedocument.presentationml.tags+xml"/>
  <Override PartName="/ppt/tags/tag30.xml" ContentType="application/vnd.openxmlformats-officedocument.presentationml.tags+xml"/>
  <Override PartName="/ppt/tags/tag31.xml" ContentType="application/vnd.openxmlformats-officedocument.presentationml.tags+xml"/>
  <Override PartName="/ppt/tags/tag32.xml" ContentType="application/vnd.openxmlformats-officedocument.presentationml.tags+xml"/>
  <Override PartName="/ppt/tags/tag33.xml" ContentType="application/vnd.openxmlformats-officedocument.presentationml.tags+xml"/>
  <Override PartName="/ppt/tags/tag34.xml" ContentType="application/vnd.openxmlformats-officedocument.presentationml.tags+xml"/>
  <Override PartName="/ppt/tags/tag35.xml" ContentType="application/vnd.openxmlformats-officedocument.presentationml.tags+xml"/>
  <Override PartName="/ppt/tags/tag36.xml" ContentType="application/vnd.openxmlformats-officedocument.presentationml.tags+xml"/>
  <Override PartName="/ppt/tags/tag37.xml" ContentType="application/vnd.openxmlformats-officedocument.presentationml.tags+xml"/>
  <Override PartName="/ppt/tags/tag38.xml" ContentType="application/vnd.openxmlformats-officedocument.presentationml.tags+xml"/>
  <Override PartName="/ppt/tags/tag39.xml" ContentType="application/vnd.openxmlformats-officedocument.presentationml.tags+xml"/>
  <Override PartName="/ppt/tags/tag4.xml" ContentType="application/vnd.openxmlformats-officedocument.presentationml.tags+xml"/>
  <Override PartName="/ppt/tags/tag40.xml" ContentType="application/vnd.openxmlformats-officedocument.presentationml.tags+xml"/>
  <Override PartName="/ppt/tags/tag41.xml" ContentType="application/vnd.openxmlformats-officedocument.presentationml.tags+xml"/>
  <Override PartName="/ppt/tags/tag42.xml" ContentType="application/vnd.openxmlformats-officedocument.presentationml.tags+xml"/>
  <Override PartName="/ppt/tags/tag43.xml" ContentType="application/vnd.openxmlformats-officedocument.presentationml.tags+xml"/>
  <Override PartName="/ppt/tags/tag44.xml" ContentType="application/vnd.openxmlformats-officedocument.presentationml.tags+xml"/>
  <Override PartName="/ppt/tags/tag45.xml" ContentType="application/vnd.openxmlformats-officedocument.presentationml.tags+xml"/>
  <Override PartName="/ppt/tags/tag46.xml" ContentType="application/vnd.openxmlformats-officedocument.presentationml.tags+xml"/>
  <Override PartName="/ppt/tags/tag47.xml" ContentType="application/vnd.openxmlformats-officedocument.presentationml.tags+xml"/>
  <Override PartName="/ppt/tags/tag48.xml" ContentType="application/vnd.openxmlformats-officedocument.presentationml.tags+xml"/>
  <Override PartName="/ppt/tags/tag49.xml" ContentType="application/vnd.openxmlformats-officedocument.presentationml.tags+xml"/>
  <Override PartName="/ppt/tags/tag5.xml" ContentType="application/vnd.openxmlformats-officedocument.presentationml.tags+xml"/>
  <Override PartName="/ppt/tags/tag50.xml" ContentType="application/vnd.openxmlformats-officedocument.presentationml.tags+xml"/>
  <Override PartName="/ppt/tags/tag51.xml" ContentType="application/vnd.openxmlformats-officedocument.presentationml.tags+xml"/>
  <Override PartName="/ppt/tags/tag52.xml" ContentType="application/vnd.openxmlformats-officedocument.presentationml.tags+xml"/>
  <Override PartName="/ppt/tags/tag53.xml" ContentType="application/vnd.openxmlformats-officedocument.presentationml.tags+xml"/>
  <Override PartName="/ppt/tags/tag54.xml" ContentType="application/vnd.openxmlformats-officedocument.presentationml.tags+xml"/>
  <Override PartName="/ppt/tags/tag55.xml" ContentType="application/vnd.openxmlformats-officedocument.presentationml.tags+xml"/>
  <Override PartName="/ppt/tags/tag56.xml" ContentType="application/vnd.openxmlformats-officedocument.presentationml.tags+xml"/>
  <Override PartName="/ppt/tags/tag57.xml" ContentType="application/vnd.openxmlformats-officedocument.presentationml.tags+xml"/>
  <Override PartName="/ppt/tags/tag58.xml" ContentType="application/vnd.openxmlformats-officedocument.presentationml.tags+xml"/>
  <Override PartName="/ppt/tags/tag59.xml" ContentType="application/vnd.openxmlformats-officedocument.presentationml.tags+xml"/>
  <Override PartName="/ppt/tags/tag6.xml" ContentType="application/vnd.openxmlformats-officedocument.presentationml.tags+xml"/>
  <Override PartName="/ppt/tags/tag60.xml" ContentType="application/vnd.openxmlformats-officedocument.presentationml.tags+xml"/>
  <Override PartName="/ppt/tags/tag61.xml" ContentType="application/vnd.openxmlformats-officedocument.presentationml.tags+xml"/>
  <Override PartName="/ppt/tags/tag62.xml" ContentType="application/vnd.openxmlformats-officedocument.presentationml.tags+xml"/>
  <Override PartName="/ppt/tags/tag63.xml" ContentType="application/vnd.openxmlformats-officedocument.presentationml.tags+xml"/>
  <Override PartName="/ppt/tags/tag64.xml" ContentType="application/vnd.openxmlformats-officedocument.presentationml.tags+xml"/>
  <Override PartName="/ppt/tags/tag7.xml" ContentType="application/vnd.openxmlformats-officedocument.presentationml.tags+xml"/>
  <Override PartName="/ppt/tags/tag8.xml" ContentType="application/vnd.openxmlformats-officedocument.presentationml.tags+xml"/>
  <Override PartName="/ppt/tags/tag9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Override1.xml" ContentType="application/vnd.openxmlformats-officedocument.themeOverride+xml"/>
  <Override PartName="/ppt/theme/themeOverride10.xml" ContentType="application/vnd.openxmlformats-officedocument.themeOverride+xml"/>
  <Override PartName="/ppt/theme/themeOverride2.xml" ContentType="application/vnd.openxmlformats-officedocument.themeOverride+xml"/>
  <Override PartName="/ppt/theme/themeOverride3.xml" ContentType="application/vnd.openxmlformats-officedocument.themeOverride+xml"/>
  <Override PartName="/ppt/theme/themeOverride4.xml" ContentType="application/vnd.openxmlformats-officedocument.themeOverride+xml"/>
  <Override PartName="/ppt/theme/themeOverride5.xml" ContentType="application/vnd.openxmlformats-officedocument.themeOverride+xml"/>
  <Override PartName="/ppt/theme/themeOverride6.xml" ContentType="application/vnd.openxmlformats-officedocument.themeOverride+xml"/>
  <Override PartName="/ppt/theme/themeOverride7.xml" ContentType="application/vnd.openxmlformats-officedocument.themeOverride+xml"/>
  <Override PartName="/ppt/theme/themeOverride8.xml" ContentType="application/vnd.openxmlformats-officedocument.themeOverride+xml"/>
  <Override PartName="/ppt/theme/themeOverride9.xml" ContentType="application/vnd.openxmlformats-officedocument.themeOverrid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4"/>
  </p:notesMasterIdLst>
  <p:sldIdLst>
    <p:sldId id="257" r:id="rId3"/>
  </p:sldIdLst>
  <p:sldSz cx="6858000" cy="9903460" type="A4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090" userDrawn="1">
          <p15:clr>
            <a:srgbClr val="A4A3A4"/>
          </p15:clr>
        </p15:guide>
        <p15:guide id="2" pos="211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CBCBCB"/>
    <a:srgbClr val="FFFFFF"/>
    <a:srgbClr val="DCDCDC"/>
    <a:srgbClr val="F0F0F0"/>
    <a:srgbClr val="E6E6E6"/>
    <a:srgbClr val="C8C8C8"/>
    <a:srgbClr val="FAFAFA"/>
    <a:srgbClr val="BEBEB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中度样式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3778" autoAdjust="0"/>
    <p:restoredTop sz="94660"/>
  </p:normalViewPr>
  <p:slideViewPr>
    <p:cSldViewPr snapToGrid="0" showGuides="1">
      <p:cViewPr varScale="1">
        <p:scale>
          <a:sx n="99" d="100"/>
          <a:sy n="99" d="100"/>
        </p:scale>
        <p:origin x="84" y="582"/>
      </p:cViewPr>
      <p:guideLst>
        <p:guide orient="horz" pos="3090"/>
        <p:guide pos="2117"/>
      </p:guideLst>
    </p:cSldViewPr>
  </p:slideViewPr>
  <p:notesTextViewPr>
    <p:cViewPr>
      <p:scale>
        <a:sx n="3" d="2"/>
        <a:sy n="3" d="2"/>
      </p:scale>
      <p:origin x="0" y="0"/>
    </p:cViewPr>
  </p:notesTextViewPr>
  <p:notesViewPr>
    <p:cSldViewPr snapToGrid="0">
      <p:cViewPr varScale="1">
        <p:scale>
          <a:sx n="92" d="100"/>
          <a:sy n="92" d="100"/>
        </p:scale>
        <p:origin x="2550" y="102"/>
      </p:cViewPr>
      <p:guideLst/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7" Type="http://schemas.openxmlformats.org/officeDocument/2006/relationships/tableStyles" Target="tableStyles.xml"/><Relationship Id="rId6" Type="http://schemas.openxmlformats.org/officeDocument/2006/relationships/viewProps" Target="viewProps.xml"/><Relationship Id="rId5" Type="http://schemas.openxmlformats.org/officeDocument/2006/relationships/presProps" Target="presProps.xml"/><Relationship Id="rId4" Type="http://schemas.openxmlformats.org/officeDocument/2006/relationships/notesMaster" Target="notesMasters/notesMaster1.xml"/><Relationship Id="rId3" Type="http://schemas.openxmlformats.org/officeDocument/2006/relationships/slide" Target="slides/slide1.xml"/><Relationship Id="rId2" Type="http://schemas.openxmlformats.org/officeDocument/2006/relationships/theme" Target="theme/theme1.xml"/><Relationship Id="rId1" Type="http://schemas.openxmlformats.org/officeDocument/2006/relationships/slideMaster" Target="slideMasters/slideMaster1.xml"/></Relationships>
</file>

<file path=ppt/charts/_rels/chart1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.xml"/><Relationship Id="rId1" Type="http://schemas.openxmlformats.org/officeDocument/2006/relationships/package" Target="../embeddings/Workbook1.xlsx"/></Relationships>
</file>

<file path=ppt/charts/_rels/chart2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2.xml"/><Relationship Id="rId1" Type="http://schemas.openxmlformats.org/officeDocument/2006/relationships/package" Target="../embeddings/Workbook2.xlsx"/></Relationships>
</file>

<file path=ppt/charts/_rels/chart3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3.xml"/><Relationship Id="rId1" Type="http://schemas.openxmlformats.org/officeDocument/2006/relationships/package" Target="../embeddings/Workbook3.xlsx"/></Relationships>
</file>

<file path=ppt/charts/_rels/chart4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4.xml"/><Relationship Id="rId1" Type="http://schemas.openxmlformats.org/officeDocument/2006/relationships/package" Target="../embeddings/Workbook4.xlsx"/></Relationships>
</file>

<file path=ppt/charts/_rels/chart5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5.xml"/><Relationship Id="rId1" Type="http://schemas.openxmlformats.org/officeDocument/2006/relationships/package" Target="../embeddings/Workbook5.xlsx"/></Relationships>
</file>

<file path=ppt/charts/_rels/chart6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6.xml"/><Relationship Id="rId1" Type="http://schemas.openxmlformats.org/officeDocument/2006/relationships/package" Target="../embeddings/Workbook6.xlsx"/></Relationships>
</file>

<file path=ppt/charts/_rels/chart7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7.xml"/><Relationship Id="rId1" Type="http://schemas.openxmlformats.org/officeDocument/2006/relationships/package" Target="../embeddings/Workbook7.xlsx"/></Relationships>
</file>

<file path=ppt/charts/_rels/chart8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8.xml"/><Relationship Id="rId1" Type="http://schemas.openxmlformats.org/officeDocument/2006/relationships/package" Target="../embeddings/Workbook8.xlsx"/></Relationships>
</file>

<file path=ppt/charts/_rels/chart9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9.xml"/><Relationship Id="rId1" Type="http://schemas.openxmlformats.org/officeDocument/2006/relationships/package" Target="../embeddings/Workbook9.xlsx"/></Relationships>
</file>

<file path=ppt/charts/_rels/chart10.xml.rels><?xml version="1.0" encoding="UTF-8" standalone="yes"?>
<Relationships xmlns="http://schemas.openxmlformats.org/package/2006/relationships"><Relationship Id="rId2" Type="http://schemas.openxmlformats.org/officeDocument/2006/relationships/themeOverride" Target="../theme/themeOverride10.xml"/><Relationship Id="rId1" Type="http://schemas.openxmlformats.org/officeDocument/2006/relationships/package" Target="../embeddings/Workbook10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plus>
            <c:minus>
              <c:numRef>
                <c:f>Sheet1!$C$25:$C$44</c:f>
                <c:numCache>
                  <c:formatCode>General</c:formatCode>
                  <c:ptCount val="20"/>
                  <c:pt idx="0">
                    <c:v>0.0477427982209253</c:v>
                  </c:pt>
                  <c:pt idx="1">
                    <c:v>0.0427470687487292</c:v>
                  </c:pt>
                  <c:pt idx="2">
                    <c:v>0.0917510573054259</c:v>
                  </c:pt>
                  <c:pt idx="3">
                    <c:v>0.0530035717216372</c:v>
                  </c:pt>
                  <c:pt idx="4">
                    <c:v>0.0350603195543328</c:v>
                  </c:pt>
                  <c:pt idx="5">
                    <c:v>0.0744857677160918</c:v>
                  </c:pt>
                  <c:pt idx="6">
                    <c:v>0.0998731231296934</c:v>
                  </c:pt>
                  <c:pt idx="7">
                    <c:v>0.148605331189342</c:v>
                  </c:pt>
                  <c:pt idx="8">
                    <c:v>0.0916880811943565</c:v>
                  </c:pt>
                  <c:pt idx="9">
                    <c:v>0.0413479337216349</c:v>
                  </c:pt>
                  <c:pt idx="10">
                    <c:v>0.123920934841388</c:v>
                  </c:pt>
                  <c:pt idx="11">
                    <c:v>0.0541712442589978</c:v>
                  </c:pt>
                  <c:pt idx="12">
                    <c:v>0.121954101650373</c:v>
                  </c:pt>
                  <c:pt idx="13">
                    <c:v>0.0428592239669304</c:v>
                  </c:pt>
                  <c:pt idx="14">
                    <c:v>0.171372217276685</c:v>
                  </c:pt>
                  <c:pt idx="15">
                    <c:v>0.0695679190169115</c:v>
                  </c:pt>
                  <c:pt idx="16">
                    <c:v>0.101164503317145</c:v>
                  </c:pt>
                  <c:pt idx="17">
                    <c:v>0.0438294433796364</c:v>
                  </c:pt>
                  <c:pt idx="18">
                    <c:v>0.0868229071827776</c:v>
                  </c:pt>
                  <c:pt idx="19">
                    <c:v>0.114528636661793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Sheet1!$B$25:$B$44</c:f>
              <c:numCache>
                <c:formatCode>General</c:formatCode>
                <c:ptCount val="20"/>
                <c:pt idx="0">
                  <c:v>0.819826372052124</c:v>
                </c:pt>
                <c:pt idx="1">
                  <c:v>0.855628181717172</c:v>
                </c:pt>
                <c:pt idx="2">
                  <c:v>0.839491115015852</c:v>
                </c:pt>
                <c:pt idx="3">
                  <c:v>0.843323751363103</c:v>
                </c:pt>
                <c:pt idx="4">
                  <c:v>0.942677232710325</c:v>
                </c:pt>
                <c:pt idx="5">
                  <c:v>0.8668617812953</c:v>
                </c:pt>
                <c:pt idx="6">
                  <c:v>0.858134827628487</c:v>
                </c:pt>
                <c:pt idx="7">
                  <c:v>0.549151588153002</c:v>
                </c:pt>
                <c:pt idx="8">
                  <c:v>0.822382373857619</c:v>
                </c:pt>
                <c:pt idx="9">
                  <c:v>0.953995982404455</c:v>
                </c:pt>
                <c:pt idx="10">
                  <c:v>0.894997864074346</c:v>
                </c:pt>
                <c:pt idx="11">
                  <c:v>0.848862226220799</c:v>
                </c:pt>
                <c:pt idx="12">
                  <c:v>0.535343580279543</c:v>
                </c:pt>
                <c:pt idx="13">
                  <c:v>0.959826709583464</c:v>
                </c:pt>
                <c:pt idx="14">
                  <c:v>0.777770316707153</c:v>
                </c:pt>
                <c:pt idx="15">
                  <c:v>0.862691815079729</c:v>
                </c:pt>
                <c:pt idx="16">
                  <c:v>0.904135117193228</c:v>
                </c:pt>
                <c:pt idx="17">
                  <c:v>0.891694663202383</c:v>
                </c:pt>
                <c:pt idx="18">
                  <c:v>0.612234722818412</c:v>
                </c:pt>
                <c:pt idx="19">
                  <c:v>0.685874879957757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43904506"/>
        <c:axId val="959726335"/>
      </c:barChart>
      <c:catAx>
        <c:axId val="8439045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959726335"/>
        <c:crosses val="autoZero"/>
        <c:auto val="1"/>
        <c:lblAlgn val="ctr"/>
        <c:lblOffset val="100"/>
        <c:noMultiLvlLbl val="0"/>
      </c:catAx>
      <c:valAx>
        <c:axId val="959726335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439045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2de5b617-d30f-4bb7-81e2-a30f4deb146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Sheet1!$E$25:$E$44</c:f>
                <c:numCache>
                  <c:formatCode>General</c:formatCode>
                  <c:ptCount val="20"/>
                  <c:pt idx="0">
                    <c:v>0.3262397689702917</c:v>
                  </c:pt>
                  <c:pt idx="1">
                    <c:v>0.3435703450453553</c:v>
                  </c:pt>
                  <c:pt idx="2">
                    <c:v>0.3436244644578891</c:v>
                  </c:pt>
                  <c:pt idx="3">
                    <c:v>0.34582227411271066</c:v>
                  </c:pt>
                  <c:pt idx="4">
                    <c:v>0.43157138879268925</c:v>
                  </c:pt>
                  <c:pt idx="5">
                    <c:v>0.3309866919833117</c:v>
                  </c:pt>
                  <c:pt idx="6">
                    <c:v>0.32632521056472474</c:v>
                  </c:pt>
                  <c:pt idx="7">
                    <c:v>0.29085687481685596</c:v>
                  </c:pt>
                  <c:pt idx="8">
                    <c:v>0.2940822578973262</c:v>
                  </c:pt>
                  <c:pt idx="9">
                    <c:v>0.39010301924109336</c:v>
                  </c:pt>
                  <c:pt idx="10">
                    <c:v>0.40975400675619467</c:v>
                  </c:pt>
                  <c:pt idx="11">
                    <c:v>0.30059988324352976</c:v>
                  </c:pt>
                  <c:pt idx="12">
                    <c:v>0.25955327583883386</c:v>
                  </c:pt>
                  <c:pt idx="13">
                    <c:v>0.378646088429091</c:v>
                  </c:pt>
                  <c:pt idx="14">
                    <c:v>0.3318531604652658</c:v>
                  </c:pt>
                  <c:pt idx="15">
                    <c:v>0.37207488955157597</c:v>
                  </c:pt>
                  <c:pt idx="16">
                    <c:v>0.2708974299371506</c:v>
                  </c:pt>
                  <c:pt idx="17">
                    <c:v>0.36355639668843864</c:v>
                  </c:pt>
                  <c:pt idx="18">
                    <c:v>0.22221700556093338</c:v>
                  </c:pt>
                  <c:pt idx="19">
                    <c:v>0.37822113188892065</c:v>
                  </c:pt>
                </c:numCache>
              </c:numRef>
            </c:plus>
            <c:minus>
              <c:numRef>
                <c:f>Sheet1!$E$25:$E$44</c:f>
                <c:numCache>
                  <c:formatCode>General</c:formatCode>
                  <c:ptCount val="20"/>
                  <c:pt idx="0">
                    <c:v>0.3262397689702917</c:v>
                  </c:pt>
                  <c:pt idx="1">
                    <c:v>0.3435703450453553</c:v>
                  </c:pt>
                  <c:pt idx="2">
                    <c:v>0.3436244644578891</c:v>
                  </c:pt>
                  <c:pt idx="3">
                    <c:v>0.34582227411271066</c:v>
                  </c:pt>
                  <c:pt idx="4">
                    <c:v>0.43157138879268925</c:v>
                  </c:pt>
                  <c:pt idx="5">
                    <c:v>0.3309866919833117</c:v>
                  </c:pt>
                  <c:pt idx="6">
                    <c:v>0.32632521056472474</c:v>
                  </c:pt>
                  <c:pt idx="7">
                    <c:v>0.29085687481685596</c:v>
                  </c:pt>
                  <c:pt idx="8">
                    <c:v>0.2940822578973262</c:v>
                  </c:pt>
                  <c:pt idx="9">
                    <c:v>0.39010301924109336</c:v>
                  </c:pt>
                  <c:pt idx="10">
                    <c:v>0.40975400675619467</c:v>
                  </c:pt>
                  <c:pt idx="11">
                    <c:v>0.30059988324352976</c:v>
                  </c:pt>
                  <c:pt idx="12">
                    <c:v>0.25955327583883386</c:v>
                  </c:pt>
                  <c:pt idx="13">
                    <c:v>0.378646088429091</c:v>
                  </c:pt>
                  <c:pt idx="14">
                    <c:v>0.3318531604652658</c:v>
                  </c:pt>
                  <c:pt idx="15">
                    <c:v>0.37207488955157597</c:v>
                  </c:pt>
                  <c:pt idx="16">
                    <c:v>0.2708974299371506</c:v>
                  </c:pt>
                  <c:pt idx="17">
                    <c:v>0.36355639668843864</c:v>
                  </c:pt>
                  <c:pt idx="18">
                    <c:v>0.22221700556093338</c:v>
                  </c:pt>
                  <c:pt idx="19">
                    <c:v>0.37822113188892065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Sheet1!$D$25:$D$44</c:f>
              <c:numCache>
                <c:formatCode>General</c:formatCode>
                <c:ptCount val="20"/>
                <c:pt idx="0">
                  <c:v>1.157432863937669</c:v>
                </c:pt>
                <c:pt idx="1">
                  <c:v>1.1935131346861652</c:v>
                </c:pt>
                <c:pt idx="2">
                  <c:v>1.1164814012541207</c:v>
                </c:pt>
                <c:pt idx="3">
                  <c:v>1.1838365956128696</c:v>
                </c:pt>
                <c:pt idx="4">
                  <c:v>1.211050006520278</c:v>
                </c:pt>
                <c:pt idx="5">
                  <c:v>1.2002012513047917</c:v>
                </c:pt>
                <c:pt idx="6">
                  <c:v>1.1824811124786114</c:v>
                </c:pt>
                <c:pt idx="7">
                  <c:v>1.2971413337463495</c:v>
                </c:pt>
                <c:pt idx="8">
                  <c:v>1.1831837665130907</c:v>
                </c:pt>
                <c:pt idx="9">
                  <c:v>1.1064223659105266</c:v>
                </c:pt>
                <c:pt idx="10">
                  <c:v>1.1030452898998937</c:v>
                </c:pt>
                <c:pt idx="11">
                  <c:v>1.276325197230691</c:v>
                </c:pt>
                <c:pt idx="12">
                  <c:v>1.1459115777586275</c:v>
                </c:pt>
                <c:pt idx="13">
                  <c:v>1.2171606002722315</c:v>
                </c:pt>
                <c:pt idx="14">
                  <c:v>1.1301310914695164</c:v>
                </c:pt>
                <c:pt idx="15">
                  <c:v>1.2650989208683274</c:v>
                </c:pt>
                <c:pt idx="16">
                  <c:v>1.1004953465949892</c:v>
                </c:pt>
                <c:pt idx="17">
                  <c:v>1.0834746409675582</c:v>
                </c:pt>
                <c:pt idx="18">
                  <c:v>1.285179532086069</c:v>
                </c:pt>
                <c:pt idx="19">
                  <c:v>1.1446565698748643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670554160"/>
        <c:axId val="784622113"/>
      </c:barChart>
      <c:catAx>
        <c:axId val="67055416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84622113"/>
        <c:crosses val="autoZero"/>
        <c:auto val="1"/>
        <c:lblAlgn val="ctr"/>
        <c:lblOffset val="100"/>
        <c:noMultiLvlLbl val="0"/>
      </c:catAx>
      <c:valAx>
        <c:axId val="784622113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67055416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a09e0bc-030e-483b-b73a-c7c89995db42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plus>
            <c:minus>
              <c:numRef>
                <c:f>Sheet1!$G$25:$G$44</c:f>
                <c:numCache>
                  <c:formatCode>General</c:formatCode>
                  <c:ptCount val="20"/>
                  <c:pt idx="0">
                    <c:v>0.0567175273893865</c:v>
                  </c:pt>
                  <c:pt idx="1">
                    <c:v>0.0457374302766755</c:v>
                  </c:pt>
                  <c:pt idx="2">
                    <c:v>0.0758085655398101</c:v>
                  </c:pt>
                  <c:pt idx="3">
                    <c:v>0.0472674055855019</c:v>
                  </c:pt>
                  <c:pt idx="4">
                    <c:v>0.0278675145016707</c:v>
                  </c:pt>
                  <c:pt idx="5">
                    <c:v>0.0670193140778773</c:v>
                  </c:pt>
                  <c:pt idx="6">
                    <c:v>0.100861977599546</c:v>
                  </c:pt>
                  <c:pt idx="7">
                    <c:v>0.132109256380607</c:v>
                  </c:pt>
                  <c:pt idx="8">
                    <c:v>0.106347412749225</c:v>
                  </c:pt>
                  <c:pt idx="9">
                    <c:v>0.0191689238512822</c:v>
                  </c:pt>
                  <c:pt idx="10">
                    <c:v>0.109732131054784</c:v>
                  </c:pt>
                  <c:pt idx="11">
                    <c:v>0.0370519505225001</c:v>
                  </c:pt>
                  <c:pt idx="12">
                    <c:v>0.105248722633396</c:v>
                  </c:pt>
                  <c:pt idx="13">
                    <c:v>0.0402909526265489</c:v>
                  </c:pt>
                  <c:pt idx="14">
                    <c:v>0.15716591388745</c:v>
                  </c:pt>
                  <c:pt idx="15">
                    <c:v>0.0634580139480069</c:v>
                  </c:pt>
                  <c:pt idx="16">
                    <c:v>0.0715277607336413</c:v>
                  </c:pt>
                  <c:pt idx="17">
                    <c:v>0.0357603792236928</c:v>
                  </c:pt>
                  <c:pt idx="18">
                    <c:v>0.0391833652497565</c:v>
                  </c:pt>
                  <c:pt idx="19">
                    <c:v>0.085615266931126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Sheet1!$F$25:$F$44</c:f>
              <c:numCache>
                <c:formatCode>General</c:formatCode>
                <c:ptCount val="20"/>
                <c:pt idx="0">
                  <c:v>0.841974357162063</c:v>
                </c:pt>
                <c:pt idx="1">
                  <c:v>0.875160310298466</c:v>
                </c:pt>
                <c:pt idx="2">
                  <c:v>0.853129341147418</c:v>
                </c:pt>
                <c:pt idx="3">
                  <c:v>0.865612180453154</c:v>
                </c:pt>
                <c:pt idx="4">
                  <c:v>0.956843768919953</c:v>
                </c:pt>
                <c:pt idx="5">
                  <c:v>0.884524576902332</c:v>
                </c:pt>
                <c:pt idx="6">
                  <c:v>0.872141673267481</c:v>
                </c:pt>
                <c:pt idx="7">
                  <c:v>0.587210831185425</c:v>
                </c:pt>
                <c:pt idx="8">
                  <c:v>0.820384665274463</c:v>
                </c:pt>
                <c:pt idx="9">
                  <c:v>0.965054927272635</c:v>
                </c:pt>
                <c:pt idx="10">
                  <c:v>0.905673819326061</c:v>
                </c:pt>
                <c:pt idx="11">
                  <c:v>0.866385238624663</c:v>
                </c:pt>
                <c:pt idx="12">
                  <c:v>0.606991100940445</c:v>
                </c:pt>
                <c:pt idx="13">
                  <c:v>0.96073223644691</c:v>
                </c:pt>
                <c:pt idx="14">
                  <c:v>0.802686292912761</c:v>
                </c:pt>
                <c:pt idx="15">
                  <c:v>0.880265281237366</c:v>
                </c:pt>
                <c:pt idx="16">
                  <c:v>0.927887991764775</c:v>
                </c:pt>
                <c:pt idx="17">
                  <c:v>0.904575543451208</c:v>
                </c:pt>
                <c:pt idx="18">
                  <c:v>0.653149933213384</c:v>
                </c:pt>
                <c:pt idx="19">
                  <c:v>0.706903612759563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5412629"/>
        <c:axId val="178256644"/>
      </c:barChart>
      <c:catAx>
        <c:axId val="75412629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78256644"/>
        <c:crosses val="autoZero"/>
        <c:auto val="1"/>
        <c:lblAlgn val="ctr"/>
        <c:lblOffset val="100"/>
        <c:noMultiLvlLbl val="0"/>
      </c:catAx>
      <c:valAx>
        <c:axId val="17825664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5412629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768f219e-6bf9-443b-abee-a26f4e361ff0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4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plus>
            <c:minus>
              <c:numRef>
                <c:f>Sheet1!$I$25:$I$44</c:f>
                <c:numCache>
                  <c:formatCode>General</c:formatCode>
                  <c:ptCount val="20"/>
                  <c:pt idx="0">
                    <c:v>0.0587548919215521</c:v>
                  </c:pt>
                  <c:pt idx="1">
                    <c:v>0.0402689936913807</c:v>
                  </c:pt>
                  <c:pt idx="2">
                    <c:v>0.0734311983370444</c:v>
                  </c:pt>
                  <c:pt idx="3">
                    <c:v>0.051438804817275</c:v>
                  </c:pt>
                  <c:pt idx="4">
                    <c:v>0.118420793191644</c:v>
                  </c:pt>
                  <c:pt idx="5">
                    <c:v>0.0653409184416932</c:v>
                  </c:pt>
                  <c:pt idx="6">
                    <c:v>0.0302986785284965</c:v>
                  </c:pt>
                  <c:pt idx="7">
                    <c:v>0.112567388090637</c:v>
                  </c:pt>
                  <c:pt idx="8">
                    <c:v>0.12342600827906</c:v>
                  </c:pt>
                  <c:pt idx="9">
                    <c:v>0.104779809915488</c:v>
                  </c:pt>
                  <c:pt idx="10">
                    <c:v>0.203779286409336</c:v>
                  </c:pt>
                  <c:pt idx="11">
                    <c:v>0.0272796982636962</c:v>
                  </c:pt>
                  <c:pt idx="12">
                    <c:v>0.0295469102985017</c:v>
                  </c:pt>
                  <c:pt idx="13">
                    <c:v>0.0532468661199792</c:v>
                  </c:pt>
                  <c:pt idx="14">
                    <c:v>0.096580486308228</c:v>
                  </c:pt>
                  <c:pt idx="15">
                    <c:v>0.0505909528662646</c:v>
                  </c:pt>
                  <c:pt idx="16">
                    <c:v>0.0872141579222913</c:v>
                  </c:pt>
                  <c:pt idx="17">
                    <c:v>0.0734124620489369</c:v>
                  </c:pt>
                  <c:pt idx="18">
                    <c:v>0.114236619673422</c:v>
                  </c:pt>
                  <c:pt idx="19">
                    <c:v>0.120088936860839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Sheet1!$H$25:$H$44</c:f>
              <c:numCache>
                <c:formatCode>General</c:formatCode>
                <c:ptCount val="20"/>
                <c:pt idx="0">
                  <c:v>1.123095103</c:v>
                </c:pt>
                <c:pt idx="1">
                  <c:v>1.135529174</c:v>
                </c:pt>
                <c:pt idx="2">
                  <c:v>1.152487047</c:v>
                </c:pt>
                <c:pt idx="3">
                  <c:v>1.123387863</c:v>
                </c:pt>
                <c:pt idx="4">
                  <c:v>1.194962413</c:v>
                </c:pt>
                <c:pt idx="5">
                  <c:v>1.195665681</c:v>
                </c:pt>
                <c:pt idx="6">
                  <c:v>1.033364044</c:v>
                </c:pt>
                <c:pt idx="7">
                  <c:v>1.347153659</c:v>
                </c:pt>
                <c:pt idx="8">
                  <c:v>1.168299744</c:v>
                </c:pt>
                <c:pt idx="9">
                  <c:v>1.258494381</c:v>
                </c:pt>
                <c:pt idx="10">
                  <c:v>1.353895459</c:v>
                </c:pt>
                <c:pt idx="11">
                  <c:v>1.077837398</c:v>
                </c:pt>
                <c:pt idx="12">
                  <c:v>1.062075231</c:v>
                </c:pt>
                <c:pt idx="13">
                  <c:v>1.123426504</c:v>
                </c:pt>
                <c:pt idx="14">
                  <c:v>1.152105286</c:v>
                </c:pt>
                <c:pt idx="15">
                  <c:v>1.109848506</c:v>
                </c:pt>
                <c:pt idx="16">
                  <c:v>1.124861968</c:v>
                </c:pt>
                <c:pt idx="17">
                  <c:v>1.15373183</c:v>
                </c:pt>
                <c:pt idx="18">
                  <c:v>1.324140015</c:v>
                </c:pt>
                <c:pt idx="19">
                  <c:v>1.247423319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9481440"/>
        <c:axId val="804958542"/>
      </c:barChart>
      <c:catAx>
        <c:axId val="49481440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04958542"/>
        <c:crosses val="autoZero"/>
        <c:auto val="1"/>
        <c:lblAlgn val="ctr"/>
        <c:lblOffset val="100"/>
        <c:noMultiLvlLbl val="0"/>
      </c:catAx>
      <c:valAx>
        <c:axId val="804958542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9481440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8580de96-46a4-47a8-a2da-b6ecd3f529ab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5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solidFill>
                <a:srgbClr val="1F77B4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"/>
            <c:invertIfNegative val="0"/>
            <c:bubble3D val="0"/>
            <c:spPr>
              <a:solidFill>
                <a:srgbClr val="FF7F0E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solidFill>
                <a:srgbClr val="7F7F7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solidFill>
                <a:srgbClr val="17BEC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9"/>
            <c:invertIfNegative val="0"/>
            <c:bubble3D val="0"/>
            <c:spPr>
              <a:solidFill>
                <a:srgbClr val="806BA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0"/>
            <c:invertIfNegative val="0"/>
            <c:bubble3D val="0"/>
            <c:spPr>
              <a:solidFill>
                <a:srgbClr val="D6272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solidFill>
                <a:srgbClr val="0B559F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solidFill>
                <a:srgbClr val="2E91E5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plus>
            <c:minus>
              <c:numRef>
                <c:f>Sheet1!$K$25:$K$44</c:f>
                <c:numCache>
                  <c:formatCode>General</c:formatCode>
                  <c:ptCount val="20"/>
                  <c:pt idx="0">
                    <c:v>0.306038926939306</c:v>
                  </c:pt>
                  <c:pt idx="1">
                    <c:v>0.316160046182411</c:v>
                  </c:pt>
                  <c:pt idx="2">
                    <c:v>0.354377510464758</c:v>
                  </c:pt>
                  <c:pt idx="3">
                    <c:v>0.320461639556236</c:v>
                  </c:pt>
                  <c:pt idx="4">
                    <c:v>0.505491390992827</c:v>
                  </c:pt>
                  <c:pt idx="5">
                    <c:v>0.287163474205645</c:v>
                  </c:pt>
                  <c:pt idx="6">
                    <c:v>0.308362355470318</c:v>
                  </c:pt>
                  <c:pt idx="7">
                    <c:v>0.346207651503957</c:v>
                  </c:pt>
                  <c:pt idx="8">
                    <c:v>0.525746009057794</c:v>
                  </c:pt>
                  <c:pt idx="9">
                    <c:v>0.469055136517285</c:v>
                  </c:pt>
                  <c:pt idx="10">
                    <c:v>0.405563764641384</c:v>
                  </c:pt>
                  <c:pt idx="11">
                    <c:v>0.256835574142</c:v>
                  </c:pt>
                  <c:pt idx="12">
                    <c:v>0.213511792682305</c:v>
                  </c:pt>
                  <c:pt idx="13">
                    <c:v>0.352805091237737</c:v>
                  </c:pt>
                  <c:pt idx="14">
                    <c:v>0.37549634625456</c:v>
                  </c:pt>
                  <c:pt idx="15">
                    <c:v>0.365414320075994</c:v>
                  </c:pt>
                  <c:pt idx="16">
                    <c:v>0.376916809749955</c:v>
                  </c:pt>
                  <c:pt idx="17">
                    <c:v>0.376720397632769</c:v>
                  </c:pt>
                  <c:pt idx="18">
                    <c:v>0.221252933057244</c:v>
                  </c:pt>
                  <c:pt idx="19">
                    <c:v>0.415204494523419</c:v>
                  </c:pt>
                </c:numCache>
              </c:numRef>
            </c:minus>
          </c:errBars>
          <c:cat>
            <c:strRef>
              <c:f>Sheet1!$A$25:$A$44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Dynamo(RNA_seq)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Sheet1!$J$25:$J$44</c:f>
              <c:numCache>
                <c:formatCode>General</c:formatCode>
                <c:ptCount val="20"/>
                <c:pt idx="0">
                  <c:v>1.28754204884262</c:v>
                </c:pt>
                <c:pt idx="1">
                  <c:v>1.3008079701378</c:v>
                </c:pt>
                <c:pt idx="2">
                  <c:v>1.22779101866954</c:v>
                </c:pt>
                <c:pt idx="3">
                  <c:v>1.30208722692857</c:v>
                </c:pt>
                <c:pt idx="4">
                  <c:v>1.34292929994119</c:v>
                </c:pt>
                <c:pt idx="5">
                  <c:v>1.31064981448867</c:v>
                </c:pt>
                <c:pt idx="6">
                  <c:v>1.31641943333784</c:v>
                </c:pt>
                <c:pt idx="7">
                  <c:v>1.38601226538786</c:v>
                </c:pt>
                <c:pt idx="8">
                  <c:v>1.20064769024311</c:v>
                </c:pt>
                <c:pt idx="9">
                  <c:v>1.29466002826334</c:v>
                </c:pt>
                <c:pt idx="10">
                  <c:v>1.20085209029763</c:v>
                </c:pt>
                <c:pt idx="11">
                  <c:v>1.41068369301927</c:v>
                </c:pt>
                <c:pt idx="12">
                  <c:v>1.35210032204779</c:v>
                </c:pt>
                <c:pt idx="13">
                  <c:v>1.40585769353506</c:v>
                </c:pt>
                <c:pt idx="14">
                  <c:v>1.23896810193427</c:v>
                </c:pt>
                <c:pt idx="15">
                  <c:v>1.37934044796206</c:v>
                </c:pt>
                <c:pt idx="16">
                  <c:v>1.24351840398008</c:v>
                </c:pt>
                <c:pt idx="17">
                  <c:v>1.21452816613</c:v>
                </c:pt>
                <c:pt idx="18">
                  <c:v>1.42837710616654</c:v>
                </c:pt>
                <c:pt idx="19">
                  <c:v>1.26567669062435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24742681"/>
        <c:axId val="118635038"/>
      </c:barChart>
      <c:catAx>
        <c:axId val="24742681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118635038"/>
        <c:crosses val="autoZero"/>
        <c:auto val="1"/>
        <c:lblAlgn val="ctr"/>
        <c:lblOffset val="100"/>
        <c:noMultiLvlLbl val="0"/>
      </c:catAx>
      <c:valAx>
        <c:axId val="11863503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4742681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ce52cd16-b75c-47b9-88ae-278a93bc08ba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6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errBars>
            <c:errBarType val="both"/>
            <c:errValType val="cust"/>
            <c:noEndCap val="0"/>
            <c:pl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0.0573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plus>
            <c:minus>
              <c:numRef>
                <c:f>fig2_gene_metric_wps_values!$D$22:$D$41</c:f>
                <c:numCache>
                  <c:formatCode>General</c:formatCode>
                  <c:ptCount val="20"/>
                  <c:pt idx="0">
                    <c:v>0</c:v>
                  </c:pt>
                  <c:pt idx="2">
                    <c:v>0.0813</c:v>
                  </c:pt>
                  <c:pt idx="3">
                    <c:v>0.1088</c:v>
                  </c:pt>
                  <c:pt idx="4">
                    <c:v>0.1189</c:v>
                  </c:pt>
                  <c:pt idx="7">
                    <c:v>0.0544</c:v>
                  </c:pt>
                  <c:pt idx="11">
                    <c:v>0.0573</c:v>
                  </c:pt>
                  <c:pt idx="14">
                    <c:v>0.0709</c:v>
                  </c:pt>
                  <c:pt idx="15">
                    <c:v>0.0785</c:v>
                  </c:pt>
                  <c:pt idx="17">
                    <c:v>0.0881</c:v>
                  </c:pt>
                  <c:pt idx="18">
                    <c:v>0.0714</c:v>
                  </c:pt>
                </c:numCache>
              </c:numRef>
            </c:minus>
          </c:errBar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fig2_gene_metric_wps_values!$C$22:$C$41</c:f>
              <c:numCache>
                <c:formatCode>General</c:formatCode>
                <c:ptCount val="20"/>
                <c:pt idx="2" c:formatCode="0.0000">
                  <c:v>1.0425</c:v>
                </c:pt>
                <c:pt idx="3" c:formatCode="0.0000">
                  <c:v>1.0565</c:v>
                </c:pt>
                <c:pt idx="4" c:formatCode="0.0000">
                  <c:v>1.1627</c:v>
                </c:pt>
                <c:pt idx="7" c:formatCode="0.0000">
                  <c:v>1.3353</c:v>
                </c:pt>
                <c:pt idx="11" c:formatCode="0.0000">
                  <c:v>1.1032</c:v>
                </c:pt>
                <c:pt idx="14" c:formatCode="0.0000">
                  <c:v>1.0724</c:v>
                </c:pt>
                <c:pt idx="15" c:formatCode="0.0000">
                  <c:v>1.1197</c:v>
                </c:pt>
                <c:pt idx="17" c:formatCode="0.0000">
                  <c:v>1.0293</c:v>
                </c:pt>
                <c:pt idx="18" c:formatCode="0.0000">
                  <c:v>1.1235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422038647"/>
        <c:axId val="214982504"/>
      </c:barChart>
      <c:catAx>
        <c:axId val="422038647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14982504"/>
        <c:crosses val="autoZero"/>
        <c:auto val="1"/>
        <c:lblAlgn val="ctr"/>
        <c:lblOffset val="100"/>
        <c:noMultiLvlLbl val="0"/>
      </c:catAx>
      <c:valAx>
        <c:axId val="214982504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22038647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744ec94-915b-4816-88a7-043777323bb6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7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fig2_gene_metric_wps_values!$G$22:$G$41</c:f>
              <c:numCache>
                <c:formatCode>General</c:formatCode>
                <c:ptCount val="20"/>
                <c:pt idx="2" c:formatCode="0.0000">
                  <c:v>1.4618</c:v>
                </c:pt>
                <c:pt idx="3" c:formatCode="0.0000">
                  <c:v>1.564</c:v>
                </c:pt>
                <c:pt idx="4" c:formatCode="0.0000">
                  <c:v>1.2751</c:v>
                </c:pt>
                <c:pt idx="7" c:formatCode="0.0000">
                  <c:v>1.0141</c:v>
                </c:pt>
                <c:pt idx="11" c:formatCode="0.0000">
                  <c:v>1.0445</c:v>
                </c:pt>
                <c:pt idx="14" c:formatCode="0.0000">
                  <c:v>1.5156</c:v>
                </c:pt>
                <c:pt idx="15" c:formatCode="0.0000">
                  <c:v>1.1943</c:v>
                </c:pt>
                <c:pt idx="17" c:formatCode="0.0000">
                  <c:v>1.4694</c:v>
                </c:pt>
                <c:pt idx="18" c:formatCode="0.0000">
                  <c:v>1.5211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49513006"/>
        <c:axId val="431500587"/>
      </c:barChart>
      <c:catAx>
        <c:axId val="74951300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431500587"/>
        <c:crosses val="autoZero"/>
        <c:auto val="1"/>
        <c:lblAlgn val="ctr"/>
        <c:lblOffset val="100"/>
        <c:noMultiLvlLbl val="0"/>
      </c:catAx>
      <c:valAx>
        <c:axId val="431500587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4951300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fbd3ca0c-9de5-4d0e-9972-5804c7c9e0ce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8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3"/>
            <c:invertIfNegative val="0"/>
            <c:bubble3D val="0"/>
            <c:spPr>
              <a:solidFill>
                <a:srgbClr val="8C564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4"/>
            <c:invertIfNegative val="0"/>
            <c:bubble3D val="0"/>
            <c:spPr>
              <a:solidFill>
                <a:srgbClr val="E377C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solidFill>
                <a:srgbClr val="D16FA3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solidFill>
                <a:srgbClr val="BCBD2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solidFill>
                <a:srgbClr val="5F6B6D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8"/>
            <c:invertIfNegative val="0"/>
            <c:bubble3D val="0"/>
            <c:spPr>
              <a:solidFill>
                <a:srgbClr val="B5BD61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fig2_gene_metric_wps_values!$I$22:$I$41</c:f>
              <c:numCache>
                <c:formatCode>General</c:formatCode>
                <c:ptCount val="20"/>
                <c:pt idx="2" c:formatCode="0.0000">
                  <c:v>1.6289</c:v>
                </c:pt>
                <c:pt idx="3" c:formatCode="0.0000">
                  <c:v>1.7573</c:v>
                </c:pt>
                <c:pt idx="4" c:formatCode="0.0000">
                  <c:v>1.3737</c:v>
                </c:pt>
                <c:pt idx="7" c:formatCode="0.0000">
                  <c:v>0.9314</c:v>
                </c:pt>
                <c:pt idx="11" c:formatCode="0.0000">
                  <c:v>1.0765</c:v>
                </c:pt>
                <c:pt idx="14" c:formatCode="0.0000">
                  <c:v>1.6726</c:v>
                </c:pt>
                <c:pt idx="15" c:formatCode="0.0000">
                  <c:v>1.259</c:v>
                </c:pt>
                <c:pt idx="17" c:formatCode="0.0000">
                  <c:v>1.6101</c:v>
                </c:pt>
                <c:pt idx="18" c:formatCode="0.0000">
                  <c:v>1.6624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834900342"/>
        <c:axId val="257859701"/>
      </c:barChart>
      <c:catAx>
        <c:axId val="834900342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57859701"/>
        <c:crosses val="autoZero"/>
        <c:auto val="1"/>
        <c:lblAlgn val="ctr"/>
        <c:lblOffset val="100"/>
        <c:noMultiLvlLbl val="0"/>
      </c:catAx>
      <c:valAx>
        <c:axId val="257859701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834900342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46cb820-3f9b-41a8-b461-b0bfbdb918e5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9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solidFill>
                <a:srgbClr val="2CA02C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3"/>
            <c:invertIfNegative val="0"/>
            <c:bubble3D val="0"/>
            <c:spPr>
              <a:solidFill>
                <a:srgbClr val="A05D56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fig2_gene_metric_wps_values!$K$22:$K$41</c:f>
              <c:numCache>
                <c:formatCode>General</c:formatCode>
                <c:ptCount val="20"/>
                <c:pt idx="6" c:formatCode="0.0000">
                  <c:v>1.64430915615795</c:v>
                </c:pt>
                <c:pt idx="13" c:formatCode="0.0000">
                  <c:v>1.49267118761886</c:v>
                </c:pt>
                <c:pt idx="14" c:formatCode="0.0000">
                  <c:v>0.98361058444664</c:v>
                </c:pt>
                <c:pt idx="15" c:formatCode="0.0000">
                  <c:v>1.31500701414434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11180526"/>
        <c:axId val="239925908"/>
      </c:barChart>
      <c:catAx>
        <c:axId val="711180526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239925908"/>
        <c:crosses val="autoZero"/>
        <c:auto val="1"/>
        <c:lblAlgn val="ctr"/>
        <c:lblOffset val="100"/>
        <c:noMultiLvlLbl val="0"/>
      </c:catAx>
      <c:valAx>
        <c:axId val="239925908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11180526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0f235aeb-6558-44fc-b1fb-4d86fad3de83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charts/chart10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lang val="zh-CN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/>
      <c:barChart>
        <c:barDir val="bar"/>
        <c:grouping val="clustered"/>
        <c:varyColors val="0"/>
        <c:ser>
          <c:idx val="0"/>
          <c:order val="0"/>
          <c:spPr>
            <a:solidFill>
              <a:schemeClr val="accent1"/>
            </a:solidFill>
            <a:ln w="6350" cmpd="sng">
              <a:solidFill>
                <a:schemeClr val="tx1"/>
              </a:solidFill>
              <a:prstDash val="solid"/>
            </a:ln>
          </c:spPr>
          <c:invertIfNegative val="0"/>
          <c:dPt>
            <c:idx val="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2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4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5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9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0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1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2"/>
            <c:invertIfNegative val="0"/>
            <c:bubble3D val="0"/>
            <c:spPr>
              <a:solidFill>
                <a:srgbClr val="FA8F12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3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4"/>
            <c:invertIfNegative val="0"/>
            <c:bubble3D val="0"/>
            <c:spPr>
              <a:solidFill>
                <a:srgbClr val="5BA658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5"/>
            <c:invertIfNegative val="0"/>
            <c:bubble3D val="0"/>
            <c:spPr>
              <a:solidFill>
                <a:srgbClr val="C9383B"/>
              </a:solidFill>
              <a:ln w="6350" cmpd="sng">
                <a:solidFill>
                  <a:schemeClr val="tx1"/>
                </a:solidFill>
                <a:prstDash val="solid"/>
              </a:ln>
            </c:spPr>
          </c:dPt>
          <c:dPt>
            <c:idx val="16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7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8"/>
            <c:invertIfNegative val="0"/>
            <c:bubble3D val="0"/>
            <c:spPr>
              <a:noFill/>
              <a:ln>
                <a:noFill/>
              </a:ln>
            </c:spPr>
          </c:dPt>
          <c:dPt>
            <c:idx val="19"/>
            <c:invertIfNegative val="0"/>
            <c:bubble3D val="0"/>
            <c:spPr>
              <a:noFill/>
              <a:ln>
                <a:noFill/>
              </a:ln>
            </c:spPr>
          </c:dPt>
          <c:dLbls>
            <c:delete val="1"/>
          </c:dLbls>
          <c:cat>
            <c:strRef>
              <c:f>fig2_gene_metric_wps_values!$A$22:$A$41</c:f>
              <c:strCache>
                <c:ptCount val="20"/>
                <c:pt idx="0">
                  <c:v>scVelo_deterministic</c:v>
                </c:pt>
                <c:pt idx="1">
                  <c:v>scVelo_stochastic</c:v>
                </c:pt>
                <c:pt idx="2">
                  <c:v>scVelo_dynamic</c:v>
                </c:pt>
                <c:pt idx="3">
                  <c:v>MultiVelo (RNA_only)</c:v>
                </c:pt>
                <c:pt idx="4">
                  <c:v>UniTVelo</c:v>
                </c:pt>
                <c:pt idx="5">
                  <c:v>UniTVelo(mode2)</c:v>
                </c:pt>
                <c:pt idx="6">
                  <c:v>Dynamo</c:v>
                </c:pt>
                <c:pt idx="7">
                  <c:v>TIvelo</c:v>
                </c:pt>
                <c:pt idx="8">
                  <c:v>cell2fate</c:v>
                </c:pt>
                <c:pt idx="9">
                  <c:v>TFvelo</c:v>
                </c:pt>
                <c:pt idx="10">
                  <c:v>veloAE</c:v>
                </c:pt>
                <c:pt idx="11">
                  <c:v>veloVI</c:v>
                </c:pt>
                <c:pt idx="12">
                  <c:v>DeepKINET</c:v>
                </c:pt>
                <c:pt idx="13">
                  <c:v>TSvelo</c:v>
                </c:pt>
                <c:pt idx="14">
                  <c:v>cellDancer</c:v>
                </c:pt>
                <c:pt idx="15">
                  <c:v>DeepVelo</c:v>
                </c:pt>
                <c:pt idx="16">
                  <c:v>SDEvelo</c:v>
                </c:pt>
                <c:pt idx="17">
                  <c:v>DeepVelo_scv</c:v>
                </c:pt>
                <c:pt idx="18">
                  <c:v>GraphVelo_scv</c:v>
                </c:pt>
                <c:pt idx="19">
                  <c:v>GraphVelo_dyn</c:v>
                </c:pt>
              </c:strCache>
            </c:strRef>
          </c:cat>
          <c:val>
            <c:numRef>
              <c:f>fig2_gene_metric_wps_values!$N$22:$N$41</c:f>
              <c:numCache>
                <c:formatCode>General</c:formatCode>
                <c:ptCount val="20"/>
                <c:pt idx="12" c:formatCode="0.0000">
                  <c:v>0.961643757018617</c:v>
                </c:pt>
                <c:pt idx="14" c:formatCode="0.0000">
                  <c:v>0.859680526333668</c:v>
                </c:pt>
                <c:pt idx="15" c:formatCode="0.0000">
                  <c:v>1.06328434446778</c:v>
                </c:pt>
              </c:numCache>
            </c:numRef>
          </c:val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7"/>
        <c:overlap val="-40"/>
        <c:axId val="793775914"/>
        <c:axId val="708194809"/>
      </c:barChart>
      <c:catAx>
        <c:axId val="793775914"/>
        <c:scaling>
          <c:orientation val="maxMin"/>
        </c:scaling>
        <c:delete val="1"/>
        <c:axPos val="l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08194809"/>
        <c:crosses val="autoZero"/>
        <c:auto val="1"/>
        <c:lblAlgn val="ctr"/>
        <c:lblOffset val="100"/>
        <c:noMultiLvlLbl val="0"/>
      </c:catAx>
      <c:valAx>
        <c:axId val="708194809"/>
        <c:scaling>
          <c:orientation val="minMax"/>
        </c:scaling>
        <c:delete val="1"/>
        <c:axPos val="t"/>
        <c:numFmt formatCode="General" sourceLinked="1"/>
        <c:majorTickMark val="out"/>
        <c:minorTickMark val="none"/>
        <c:tickLblPos val="nextTo"/>
        <c:txPr>
          <a:bodyPr rot="-60000000" spcFirstLastPara="0" vertOverflow="ellipsis" vert="horz" wrap="square" anchor="ctr" anchorCtr="1"/>
          <a:lstStyle/>
          <a:p>
            <a:pPr>
              <a:defRPr lang="zh-CN" sz="900" b="0" i="0" u="none" strike="noStrike" kern="1200" baseline="0">
                <a:noFill/>
                <a:latin typeface="+mn-lt"/>
                <a:ea typeface="+mn-lt"/>
                <a:cs typeface="+mn-lt"/>
              </a:defRPr>
            </a:pPr>
          </a:p>
        </c:txPr>
        <c:crossAx val="793775914"/>
        <c:crosses val="autoZero"/>
        <c:crossBetween val="between"/>
      </c:valAx>
      <c:spPr>
        <a:noFill/>
        <a:ln>
          <a:noFill/>
        </a:ln>
      </c:spPr>
    </c:plotArea>
    <c:plotVisOnly val="1"/>
    <c:dispBlanksAs val="gap"/>
    <c:showDLblsOverMax val="0"/>
    <c:extLst>
      <c:ext uri="{0b15fc19-7d7d-44ad-8c2d-2c3a37ce22c3}">
        <chartProps xmlns="https://web.wps.cn/et/2018/main" chartId="{16d390cb-2bf9-466c-b7b3-f1eaa4e3afe1}"/>
      </c:ext>
    </c:extLst>
  </c:chart>
  <c:spPr>
    <a:noFill/>
    <a:ln w="12700" cap="flat" cmpd="sng" algn="ctr">
      <a:noFill/>
      <a:miter lim="800000"/>
    </a:ln>
    <a:effectLst/>
  </c:spPr>
  <c:txPr>
    <a:bodyPr/>
    <a:lstStyle/>
    <a:p>
      <a:pPr>
        <a:defRPr lang="zh-CN"/>
      </a:pPr>
    </a:p>
  </c:tx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2A48B96-639E-45A3-A0BA-2464DFDB1FAA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2360476" y="1143000"/>
            <a:ext cx="2137048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6837353-30EB-4A48-80EB-173D804AEFBD}" type="slidenum">
              <a:rPr lang="zh-CN" altLang="en-US" smtClean="0"/>
            </a:fld>
            <a:endParaRPr lang="zh-CN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notesMaster" Target="../notesMasters/notesMaster1.xml"/><Relationship Id="rId1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幻灯片图像占位符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文本占位符 2"/>
          <p:cNvSpPr>
            <a:spLocks noGrp="1"/>
          </p:cNvSpPr>
          <p:nvPr>
            <p:ph type="body" idx="3"/>
          </p:nvPr>
        </p:nvSpPr>
        <p:spPr/>
        <p:txBody>
          <a:bodyPr/>
          <a:p>
            <a:endParaRPr lang="zh-CN" alt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6" Type="http://schemas.openxmlformats.org/officeDocument/2006/relationships/tags" Target="../tags/tag5.xml"/><Relationship Id="rId5" Type="http://schemas.openxmlformats.org/officeDocument/2006/relationships/tags" Target="../tags/tag4.xml"/><Relationship Id="rId4" Type="http://schemas.openxmlformats.org/officeDocument/2006/relationships/tags" Target="../tags/tag3.xml"/><Relationship Id="rId3" Type="http://schemas.openxmlformats.org/officeDocument/2006/relationships/tags" Target="../tags/tag2.xml"/><Relationship Id="rId2" Type="http://schemas.openxmlformats.org/officeDocument/2006/relationships/tags" Target="../tags/tag1.xml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6" Type="http://schemas.openxmlformats.org/officeDocument/2006/relationships/tags" Target="../tags/tag10.xml"/><Relationship Id="rId5" Type="http://schemas.openxmlformats.org/officeDocument/2006/relationships/tags" Target="../tags/tag9.xml"/><Relationship Id="rId4" Type="http://schemas.openxmlformats.org/officeDocument/2006/relationships/tags" Target="../tags/tag8.xml"/><Relationship Id="rId3" Type="http://schemas.openxmlformats.org/officeDocument/2006/relationships/tags" Target="../tags/tag7.xml"/><Relationship Id="rId2" Type="http://schemas.openxmlformats.org/officeDocument/2006/relationships/tags" Target="../tags/tag6.xml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6" Type="http://schemas.openxmlformats.org/officeDocument/2006/relationships/tags" Target="../tags/tag15.xml"/><Relationship Id="rId5" Type="http://schemas.openxmlformats.org/officeDocument/2006/relationships/tags" Target="../tags/tag14.xml"/><Relationship Id="rId4" Type="http://schemas.openxmlformats.org/officeDocument/2006/relationships/tags" Target="../tags/tag13.xml"/><Relationship Id="rId3" Type="http://schemas.openxmlformats.org/officeDocument/2006/relationships/tags" Target="../tags/tag12.xml"/><Relationship Id="rId2" Type="http://schemas.openxmlformats.org/officeDocument/2006/relationships/tags" Target="../tags/tag11.xml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7" Type="http://schemas.openxmlformats.org/officeDocument/2006/relationships/tags" Target="../tags/tag21.xml"/><Relationship Id="rId6" Type="http://schemas.openxmlformats.org/officeDocument/2006/relationships/tags" Target="../tags/tag20.xml"/><Relationship Id="rId5" Type="http://schemas.openxmlformats.org/officeDocument/2006/relationships/tags" Target="../tags/tag19.xml"/><Relationship Id="rId4" Type="http://schemas.openxmlformats.org/officeDocument/2006/relationships/tags" Target="../tags/tag18.xml"/><Relationship Id="rId3" Type="http://schemas.openxmlformats.org/officeDocument/2006/relationships/tags" Target="../tags/tag17.xml"/><Relationship Id="rId2" Type="http://schemas.openxmlformats.org/officeDocument/2006/relationships/tags" Target="../tags/tag16.xml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9" Type="http://schemas.openxmlformats.org/officeDocument/2006/relationships/tags" Target="../tags/tag29.xml"/><Relationship Id="rId8" Type="http://schemas.openxmlformats.org/officeDocument/2006/relationships/tags" Target="../tags/tag28.xml"/><Relationship Id="rId7" Type="http://schemas.openxmlformats.org/officeDocument/2006/relationships/tags" Target="../tags/tag27.xml"/><Relationship Id="rId6" Type="http://schemas.openxmlformats.org/officeDocument/2006/relationships/tags" Target="../tags/tag26.xml"/><Relationship Id="rId5" Type="http://schemas.openxmlformats.org/officeDocument/2006/relationships/tags" Target="../tags/tag25.xml"/><Relationship Id="rId4" Type="http://schemas.openxmlformats.org/officeDocument/2006/relationships/tags" Target="../tags/tag24.xml"/><Relationship Id="rId3" Type="http://schemas.openxmlformats.org/officeDocument/2006/relationships/tags" Target="../tags/tag23.xml"/><Relationship Id="rId2" Type="http://schemas.openxmlformats.org/officeDocument/2006/relationships/tags" Target="../tags/tag22.xml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5" Type="http://schemas.openxmlformats.org/officeDocument/2006/relationships/tags" Target="../tags/tag33.xml"/><Relationship Id="rId4" Type="http://schemas.openxmlformats.org/officeDocument/2006/relationships/tags" Target="../tags/tag32.xml"/><Relationship Id="rId3" Type="http://schemas.openxmlformats.org/officeDocument/2006/relationships/tags" Target="../tags/tag31.xml"/><Relationship Id="rId2" Type="http://schemas.openxmlformats.org/officeDocument/2006/relationships/tags" Target="../tags/tag30.xml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4" Type="http://schemas.openxmlformats.org/officeDocument/2006/relationships/tags" Target="../tags/tag36.xml"/><Relationship Id="rId3" Type="http://schemas.openxmlformats.org/officeDocument/2006/relationships/tags" Target="../tags/tag35.xml"/><Relationship Id="rId2" Type="http://schemas.openxmlformats.org/officeDocument/2006/relationships/tags" Target="../tags/tag34.xml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7" Type="http://schemas.openxmlformats.org/officeDocument/2006/relationships/tags" Target="../tags/tag42.xml"/><Relationship Id="rId6" Type="http://schemas.openxmlformats.org/officeDocument/2006/relationships/tags" Target="../tags/tag41.xml"/><Relationship Id="rId5" Type="http://schemas.openxmlformats.org/officeDocument/2006/relationships/tags" Target="../tags/tag40.xml"/><Relationship Id="rId4" Type="http://schemas.openxmlformats.org/officeDocument/2006/relationships/tags" Target="../tags/tag39.xml"/><Relationship Id="rId3" Type="http://schemas.openxmlformats.org/officeDocument/2006/relationships/tags" Target="../tags/tag38.xml"/><Relationship Id="rId2" Type="http://schemas.openxmlformats.org/officeDocument/2006/relationships/tags" Target="../tags/tag37.xml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6" Type="http://schemas.openxmlformats.org/officeDocument/2006/relationships/tags" Target="../tags/tag47.xml"/><Relationship Id="rId5" Type="http://schemas.openxmlformats.org/officeDocument/2006/relationships/tags" Target="../tags/tag46.xml"/><Relationship Id="rId4" Type="http://schemas.openxmlformats.org/officeDocument/2006/relationships/tags" Target="../tags/tag45.xml"/><Relationship Id="rId3" Type="http://schemas.openxmlformats.org/officeDocument/2006/relationships/tags" Target="../tags/tag44.xml"/><Relationship Id="rId2" Type="http://schemas.openxmlformats.org/officeDocument/2006/relationships/tags" Target="../tags/tag43.xml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5" Type="http://schemas.openxmlformats.org/officeDocument/2006/relationships/tags" Target="../tags/tag51.xml"/><Relationship Id="rId4" Type="http://schemas.openxmlformats.org/officeDocument/2006/relationships/tags" Target="../tags/tag50.xml"/><Relationship Id="rId3" Type="http://schemas.openxmlformats.org/officeDocument/2006/relationships/tags" Target="../tags/tag49.xml"/><Relationship Id="rId2" Type="http://schemas.openxmlformats.org/officeDocument/2006/relationships/tags" Target="../tags/tag48.xml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6" Type="http://schemas.openxmlformats.org/officeDocument/2006/relationships/tags" Target="../tags/tag56.xml"/><Relationship Id="rId5" Type="http://schemas.openxmlformats.org/officeDocument/2006/relationships/tags" Target="../tags/tag55.xml"/><Relationship Id="rId4" Type="http://schemas.openxmlformats.org/officeDocument/2006/relationships/tags" Target="../tags/tag54.xml"/><Relationship Id="rId3" Type="http://schemas.openxmlformats.org/officeDocument/2006/relationships/tags" Target="../tags/tag53.xml"/><Relationship Id="rId2" Type="http://schemas.openxmlformats.org/officeDocument/2006/relationships/tags" Target="../tags/tag52.xml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  <p:custDataLst>
              <p:tags r:id="rId2"/>
            </p:custDataLst>
          </p:nvPr>
        </p:nvSpPr>
        <p:spPr>
          <a:xfrm>
            <a:off x="674325" y="1320480"/>
            <a:ext cx="5512050" cy="3711901"/>
          </a:xfrm>
        </p:spPr>
        <p:txBody>
          <a:bodyPr lIns="90000" tIns="46800" rIns="90000" bIns="46800" anchor="b" anchorCtr="0">
            <a:normAutofit/>
          </a:bodyPr>
          <a:lstStyle>
            <a:lvl1pPr algn="ctr">
              <a:defRPr sz="4500"/>
            </a:lvl1pPr>
          </a:lstStyle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  <p:custDataLst>
              <p:tags r:id="rId3"/>
            </p:custDataLst>
          </p:nvPr>
        </p:nvSpPr>
        <p:spPr>
          <a:xfrm>
            <a:off x="674325" y="5141554"/>
            <a:ext cx="5512050" cy="2126285"/>
          </a:xfrm>
        </p:spPr>
        <p:txBody>
          <a:bodyPr lIns="90000" tIns="46800" rIns="90000" bIns="46800">
            <a:normAutofit/>
          </a:bodyPr>
          <a:lstStyle>
            <a:lvl1pPr marL="0" indent="0" algn="ctr">
              <a:lnSpc>
                <a:spcPct val="110000"/>
              </a:lnSpc>
              <a:buNone/>
              <a:defRPr sz="1800" spc="200"/>
            </a:lvl1pPr>
            <a:lvl2pPr marL="342900" indent="0" algn="ctr">
              <a:buNone/>
              <a:defRPr sz="1500"/>
            </a:lvl2pPr>
            <a:lvl3pPr marL="685800" indent="0" algn="ctr">
              <a:buNone/>
              <a:defRPr sz="1350"/>
            </a:lvl3pPr>
            <a:lvl4pPr marL="1028700" indent="0" algn="ctr">
              <a:buNone/>
              <a:defRPr sz="1200"/>
            </a:lvl4pPr>
            <a:lvl5pPr marL="1371600" indent="0" algn="ctr">
              <a:buNone/>
              <a:defRPr sz="1200"/>
            </a:lvl5pPr>
            <a:lvl6pPr marL="1714500" indent="0" algn="ctr">
              <a:buNone/>
              <a:defRPr sz="1200"/>
            </a:lvl6pPr>
            <a:lvl7pPr marL="2057400" indent="0" algn="ctr">
              <a:buNone/>
              <a:defRPr sz="1200"/>
            </a:lvl7pPr>
            <a:lvl8pPr marL="2400300" indent="0" algn="ctr">
              <a:buNone/>
              <a:defRPr sz="1200"/>
            </a:lvl8pPr>
            <a:lvl9pPr marL="2743200" indent="0" algn="ctr">
              <a:buNone/>
              <a:defRPr sz="1200"/>
            </a:lvl9pPr>
          </a:lstStyle>
          <a:p>
            <a:r>
              <a:rPr lang="zh-CN" altLang="en-US" dirty="0"/>
              <a:t>单击此处编辑母版副标题样式</a:t>
            </a:r>
            <a:endParaRPr lang="zh-CN" altLang="en-US" dirty="0"/>
          </a:p>
        </p:txBody>
      </p:sp>
      <p:sp>
        <p:nvSpPr>
          <p:cNvPr id="16" name="日期占位符 15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17" name="页脚占位符 16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18" name="灯片编号占位符 17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  <p:custDataLst>
              <p:tags r:id="rId3"/>
            </p:custDataLst>
          </p:nvPr>
        </p:nvSpPr>
        <p:spPr>
          <a:xfrm>
            <a:off x="342225" y="2152278"/>
            <a:ext cx="6170175" cy="6872735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2"/>
            </p:custDataLst>
          </p:nvPr>
        </p:nvSpPr>
        <p:spPr>
          <a:xfrm>
            <a:off x="1119825" y="5557453"/>
            <a:ext cx="4369950" cy="1107332"/>
          </a:xfrm>
        </p:spPr>
        <p:txBody>
          <a:bodyPr lIns="90000" tIns="46800" rIns="90000" bIns="46800" anchor="b" anchorCtr="0">
            <a:normAutofit/>
          </a:bodyPr>
          <a:lstStyle>
            <a:lvl1pPr>
              <a:defRPr sz="3300"/>
            </a:lvl1pPr>
          </a:lstStyle>
          <a:p>
            <a:r>
              <a:rPr lang="zh-CN" altLang="en-US" dirty="0"/>
              <a:t>单击此处编辑标题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1119825" y="6664785"/>
            <a:ext cx="4369950" cy="1252896"/>
          </a:xfrm>
        </p:spPr>
        <p:txBody>
          <a:bodyPr lIns="90000" tIns="46800" rIns="90000" bIns="46800">
            <a:normAutofit/>
          </a:bodyPr>
          <a:lstStyle>
            <a:lvl1pPr marL="0" indent="0">
              <a:buNone/>
              <a:defRPr sz="1350">
                <a:solidFill>
                  <a:schemeClr val="tx1">
                    <a:lumMod val="65000"/>
                    <a:lumOff val="35000"/>
                  </a:schemeClr>
                </a:solidFill>
              </a:defRPr>
            </a:lvl1pPr>
            <a:lvl2pPr marL="3429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  <p:custDataLst>
              <p:tags r:id="rId3"/>
            </p:custDataLst>
          </p:nvPr>
        </p:nvSpPr>
        <p:spPr>
          <a:xfrm>
            <a:off x="342225" y="2167875"/>
            <a:ext cx="2911950" cy="6857138"/>
          </a:xfr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606525" y="2167875"/>
            <a:ext cx="2911950" cy="6857138"/>
          </a:xfrm>
        </p:spPr>
        <p:txBody>
          <a:bodyPr lIns="90000" tIns="46800" rIns="90000" bIns="4680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5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6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7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 hasCustomPrompt="1"/>
            <p:custDataLst>
              <p:tags r:id="rId3"/>
            </p:custDataLst>
          </p:nvPr>
        </p:nvSpPr>
        <p:spPr>
          <a:xfrm>
            <a:off x="342225" y="2063900"/>
            <a:ext cx="3005100" cy="551066"/>
          </a:xfrm>
        </p:spPr>
        <p:txBody>
          <a:bodyPr lIns="101600" tIns="38100" rIns="76200" bIns="3810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dirty="0"/>
              <a:t>单击此处编辑文本</a:t>
            </a:r>
            <a:endParaRPr lang="zh-CN" altLang="en-US" dirty="0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  <p:custDataLst>
              <p:tags r:id="rId4"/>
            </p:custDataLst>
          </p:nvPr>
        </p:nvSpPr>
        <p:spPr>
          <a:xfrm>
            <a:off x="342225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 hasCustomPrompt="1"/>
            <p:custDataLst>
              <p:tags r:id="rId5"/>
            </p:custDataLst>
          </p:nvPr>
        </p:nvSpPr>
        <p:spPr>
          <a:xfrm>
            <a:off x="3507609" y="2053111"/>
            <a:ext cx="3005100" cy="551066"/>
          </a:xfrm>
        </p:spPr>
        <p:txBody>
          <a:bodyPr vert="horz" lIns="101600" tIns="38100" rIns="76200" bIns="38100" rtlCol="0" anchor="t" anchorCtr="0">
            <a:normAutofit/>
          </a:bodyPr>
          <a:lstStyle>
            <a:lvl1pPr marL="0" indent="0">
              <a:lnSpc>
                <a:spcPct val="100000"/>
              </a:lnSpc>
              <a:buNone/>
              <a:defRPr sz="1500" b="1" spc="200">
                <a:solidFill>
                  <a:schemeClr val="tx1">
                    <a:lumMod val="75000"/>
                    <a:lumOff val="25000"/>
                  </a:schemeClr>
                </a:solidFill>
              </a:defRPr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zh-CN" altLang="en-US" smtClean="0"/>
              <a:t>单击此处编辑文本</a:t>
            </a:r>
            <a:endParaRPr lang="zh-CN" altLang="en-US"/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  <p:custDataLst>
              <p:tags r:id="rId6"/>
            </p:custDataLst>
          </p:nvPr>
        </p:nvSpPr>
        <p:spPr>
          <a:xfrm>
            <a:off x="3507609" y="2677351"/>
            <a:ext cx="3005100" cy="6347662"/>
          </a:xfrm>
        </p:spPr>
        <p:txBody>
          <a:bodyPr vert="horz" lIns="101600" tIns="0" rIns="82550" bIns="0" rtlCol="0">
            <a:normAutofit/>
          </a:bodyPr>
          <a:lstStyle/>
          <a:p>
            <a:pPr lvl="0"/>
            <a:r>
              <a:rPr lang="zh-CN" altLang="en-US" smtClean="0"/>
              <a:t>单击此处编辑母版文本样式</a:t>
            </a:r>
            <a:endParaRPr lang="zh-CN" altLang="en-US" smtClean="0"/>
          </a:p>
          <a:p>
            <a:pPr lvl="1"/>
            <a:r>
              <a:rPr lang="zh-CN" altLang="en-US" smtClean="0"/>
              <a:t>第二级</a:t>
            </a:r>
            <a:endParaRPr lang="zh-CN" altLang="en-US" smtClean="0"/>
          </a:p>
          <a:p>
            <a:pPr lvl="2"/>
            <a:r>
              <a:rPr lang="zh-CN" altLang="en-US" smtClean="0"/>
              <a:t>第三级</a:t>
            </a:r>
            <a:endParaRPr lang="zh-CN" altLang="en-US" smtClean="0"/>
          </a:p>
          <a:p>
            <a:pPr lvl="3"/>
            <a:r>
              <a:rPr lang="zh-CN" altLang="en-US" smtClean="0"/>
              <a:t>第四级</a:t>
            </a:r>
            <a:endParaRPr lang="zh-CN" altLang="en-US" smtClean="0"/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  <p:custDataLst>
              <p:tags r:id="rId7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  <p:custDataLst>
              <p:tags r:id="rId8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  <p:custDataLst>
              <p:tags r:id="rId9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  <p:custDataLst>
              <p:tags r:id="rId2"/>
            </p:custDataLst>
          </p:nvPr>
        </p:nvSpPr>
        <p:spPr>
          <a:xfrm>
            <a:off x="342225" y="878587"/>
            <a:ext cx="6170175" cy="1018953"/>
          </a:xfrm>
        </p:spPr>
        <p:txBody>
          <a:bodyPr vert="horz" lIns="90000" tIns="46800" rIns="90000" bIns="46800" rtlCol="0" anchor="ctr" anchorCtr="0">
            <a:normAutofit/>
          </a:bodyPr>
          <a:lstStyle/>
          <a:p>
            <a:pPr lvl="0"/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3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4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5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图片占位符 2"/>
          <p:cNvSpPr>
            <a:spLocks noGrp="1"/>
          </p:cNvSpPr>
          <p:nvPr>
            <p:ph type="pic" idx="1"/>
            <p:custDataLst>
              <p:tags r:id="rId2"/>
            </p:custDataLst>
          </p:nvPr>
        </p:nvSpPr>
        <p:spPr>
          <a:xfrm>
            <a:off x="342225" y="2245856"/>
            <a:ext cx="2943606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  <p:custDataLst>
              <p:tags r:id="rId3"/>
            </p:custDataLst>
          </p:nvPr>
        </p:nvSpPr>
        <p:spPr>
          <a:xfrm>
            <a:off x="3572100" y="2245856"/>
            <a:ext cx="2940300" cy="6654388"/>
          </a:xfrm>
        </p:spPr>
        <p:txBody>
          <a:bodyPr vert="horz" lIns="90000" tIns="46800" rIns="90000" bIns="46800" rtlCol="0">
            <a:normAutofit/>
          </a:bodyPr>
          <a:lstStyle>
            <a:lvl1pPr>
              <a:buNone/>
              <a:defRPr sz="1200"/>
            </a:lvl1pPr>
          </a:lstStyle>
          <a:p>
            <a:pPr lvl="0"/>
            <a:r>
              <a:rPr lang="zh-CN" altLang="en-US" smtClean="0"/>
              <a:t>单击此处编辑母版文本样式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9EFD9D74-47D9-4702-A33C-335B63B48DBF}" type="datetimeFigureOut">
              <a:rPr lang="zh-CN" altLang="en-US" smtClean="0"/>
            </a:fld>
            <a:endParaRPr lang="zh-CN" altLang="en-US" dirty="0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FABC47A4-756D-490B-A52F-7D9E2C9FC05F}" type="slidenum">
              <a:rPr lang="zh-CN" altLang="en-US" smtClean="0"/>
            </a:fld>
            <a:endParaRPr lang="zh-CN" altLang="en-US"/>
          </a:p>
        </p:txBody>
      </p:sp>
      <p:sp>
        <p:nvSpPr>
          <p:cNvPr id="9" name="标题 8"/>
          <p:cNvSpPr>
            <a:spLocks noGrp="1"/>
          </p:cNvSpPr>
          <p:nvPr>
            <p:ph type="title"/>
            <p:custDataLst>
              <p:tags r:id="rId7"/>
            </p:custDataLst>
          </p:nvPr>
        </p:nvSpPr>
        <p:spPr/>
        <p:txBody>
          <a:bodyPr/>
          <a:p>
            <a:r>
              <a:rPr lang="zh-CN" altLang="en-US"/>
              <a:t>单击此处编辑母版标题样式</a:t>
            </a:r>
            <a:endParaRPr lang="zh-CN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 hasCustomPrompt="1"/>
            <p:custDataLst>
              <p:tags r:id="rId2"/>
            </p:custDataLst>
          </p:nvPr>
        </p:nvSpPr>
        <p:spPr>
          <a:xfrm>
            <a:off x="5757075" y="1320480"/>
            <a:ext cx="587250" cy="7262640"/>
          </a:xfrm>
        </p:spPr>
        <p:txBody>
          <a:bodyPr vert="eaVert" lIns="90000" tIns="46800" rIns="90000" bIns="46800" rtlCol="0" anchor="ctr" anchorCtr="0">
            <a:normAutofit/>
          </a:bodyPr>
          <a:lstStyle>
            <a:lvl1pPr>
              <a:buNone/>
              <a:defRPr sz="21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  <p:custDataLst>
              <p:tags r:id="rId3"/>
            </p:custDataLst>
          </p:nvPr>
        </p:nvSpPr>
        <p:spPr>
          <a:xfrm>
            <a:off x="514350" y="1320480"/>
            <a:ext cx="5157675" cy="7262640"/>
          </a:xfrm>
        </p:spPr>
        <p:txBody>
          <a:bodyPr vert="eaVert" lIns="46800" tIns="46800" rIns="46800" bIns="46800"/>
          <a:lstStyle>
            <a:lvl1pPr marL="171450" indent="-171450">
              <a:spcAft>
                <a:spcPts val="1000"/>
              </a:spcAft>
              <a:defRPr spc="300"/>
            </a:lvl1pPr>
            <a:lvl2pPr marL="514350" indent="-171450">
              <a:defRPr spc="300"/>
            </a:lvl2pPr>
            <a:lvl3pPr marL="857250" indent="-171450">
              <a:defRPr spc="300"/>
            </a:lvl3pPr>
            <a:lvl4pPr marL="1200150" indent="-171450">
              <a:defRPr spc="300"/>
            </a:lvl4pPr>
            <a:lvl5pPr marL="1543050" indent="-171450">
              <a:defRPr spc="300"/>
            </a:lvl5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  <p:custDataLst>
              <p:tags r:id="rId4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  <p:custDataLst>
              <p:tags r:id="rId5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  <p:custDataLst>
              <p:tags r:id="rId6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7" name="内容占位符 6"/>
          <p:cNvSpPr>
            <a:spLocks noGrp="1"/>
          </p:cNvSpPr>
          <p:nvPr>
            <p:ph sz="quarter" idx="13"/>
            <p:custDataLst>
              <p:tags r:id="rId5"/>
            </p:custDataLst>
          </p:nvPr>
        </p:nvSpPr>
        <p:spPr>
          <a:xfrm>
            <a:off x="342225" y="1117729"/>
            <a:ext cx="6172200" cy="7917681"/>
          </a:xfrm>
        </p:spPr>
        <p:txBody>
          <a:bodyPr/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末尾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日期占位符 2"/>
          <p:cNvSpPr>
            <a:spLocks noGrp="1"/>
          </p:cNvSpPr>
          <p:nvPr>
            <p:ph type="dt" sz="half" idx="10"/>
            <p:custDataLst>
              <p:tags r:id="rId2"/>
            </p:custDataLst>
          </p:nvPr>
        </p:nvSpPr>
        <p:spPr/>
        <p:txBody>
          <a:bodyPr/>
          <a:lstStyle/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  <p:custDataLst>
              <p:tags r:id="rId3"/>
            </p:custDataLst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  <p:custDataLst>
              <p:tags r:id="rId4"/>
            </p:custDataLst>
          </p:nvPr>
        </p:nvSpPr>
        <p:spPr/>
        <p:txBody>
          <a:bodyPr/>
          <a:lstStyle/>
          <a:p>
            <a:fld id="{49AE70B2-8BF9-45C0-BB95-33D1B9D3A854}" type="slidenum">
              <a:rPr lang="zh-CN" altLang="en-US" smtClean="0"/>
            </a:fld>
            <a:endParaRPr lang="zh-CN" altLang="en-US"/>
          </a:p>
        </p:txBody>
      </p:sp>
      <p:sp>
        <p:nvSpPr>
          <p:cNvPr id="2" name="标题 1"/>
          <p:cNvSpPr>
            <a:spLocks noGrp="1"/>
          </p:cNvSpPr>
          <p:nvPr>
            <p:ph type="title" hasCustomPrompt="1"/>
            <p:custDataLst>
              <p:tags r:id="rId5"/>
            </p:custDataLst>
          </p:nvPr>
        </p:nvSpPr>
        <p:spPr>
          <a:xfrm>
            <a:off x="674325" y="3587131"/>
            <a:ext cx="5512050" cy="1471243"/>
          </a:xfrm>
        </p:spPr>
        <p:txBody>
          <a:bodyPr vert="horz" lIns="90000" tIns="46800" rIns="90000" bIns="46800" rtlCol="0" anchor="t" anchorCtr="0">
            <a:normAutofit/>
          </a:bodyPr>
          <a:lstStyle>
            <a:lvl1pPr algn="ctr">
              <a:defRPr sz="4500"/>
            </a:lvl1pPr>
          </a:lstStyle>
          <a:p>
            <a:pPr lvl="0"/>
            <a:r>
              <a:rPr lang="zh-CN" altLang="en-US" smtClean="0"/>
              <a:t>单击此处编辑标题</a:t>
            </a:r>
            <a:endParaRPr lang="zh-CN" altLang="en-US"/>
          </a:p>
        </p:txBody>
      </p:sp>
      <p:sp>
        <p:nvSpPr>
          <p:cNvPr id="7" name="文本占位符 6"/>
          <p:cNvSpPr>
            <a:spLocks noGrp="1"/>
          </p:cNvSpPr>
          <p:nvPr>
            <p:ph type="body" sz="quarter" idx="13"/>
            <p:custDataLst>
              <p:tags r:id="rId6"/>
            </p:custDataLst>
          </p:nvPr>
        </p:nvSpPr>
        <p:spPr>
          <a:xfrm>
            <a:off x="674325" y="5141554"/>
            <a:ext cx="5512050" cy="681035"/>
          </a:xfrm>
        </p:spPr>
        <p:txBody>
          <a:bodyPr lIns="90000" tIns="46800" rIns="90000" bIns="46800">
            <a:normAutofit/>
          </a:bodyPr>
          <a:lstStyle>
            <a:lvl1pPr algn="ctr">
              <a:lnSpc>
                <a:spcPct val="110000"/>
              </a:lnSpc>
              <a:buNone/>
              <a:defRPr sz="1800" spc="200"/>
            </a:lvl1pPr>
          </a:lstStyle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8" Type="http://schemas.openxmlformats.org/officeDocument/2006/relationships/theme" Target="../theme/theme1.xml"/><Relationship Id="rId17" Type="http://schemas.openxmlformats.org/officeDocument/2006/relationships/tags" Target="../tags/tag62.xml"/><Relationship Id="rId16" Type="http://schemas.openxmlformats.org/officeDocument/2006/relationships/tags" Target="../tags/tag61.xml"/><Relationship Id="rId15" Type="http://schemas.openxmlformats.org/officeDocument/2006/relationships/tags" Target="../tags/tag60.xml"/><Relationship Id="rId14" Type="http://schemas.openxmlformats.org/officeDocument/2006/relationships/tags" Target="../tags/tag59.xml"/><Relationship Id="rId13" Type="http://schemas.openxmlformats.org/officeDocument/2006/relationships/tags" Target="../tags/tag58.xml"/><Relationship Id="rId12" Type="http://schemas.openxmlformats.org/officeDocument/2006/relationships/tags" Target="../tags/tag57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  <p:custDataLst>
              <p:tags r:id="rId12"/>
            </p:custDataLst>
          </p:nvPr>
        </p:nvSpPr>
        <p:spPr>
          <a:xfrm>
            <a:off x="342225" y="878587"/>
            <a:ext cx="6170175" cy="1018953"/>
          </a:xfrm>
          <a:prstGeom prst="rect">
            <a:avLst/>
          </a:prstGeom>
        </p:spPr>
        <p:txBody>
          <a:bodyPr vert="horz" lIns="90170" tIns="46990" rIns="90170" bIns="46990" rtlCol="0" anchor="ctr" anchorCtr="0">
            <a:normAutofit/>
          </a:bodyPr>
          <a:lstStyle/>
          <a:p>
            <a:r>
              <a:rPr lang="zh-CN" altLang="en-US" dirty="0"/>
              <a:t>单击此处编辑母版标题样式</a:t>
            </a:r>
            <a:endParaRPr lang="zh-CN" altLang="en-US" dirty="0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  <p:custDataLst>
              <p:tags r:id="rId13"/>
            </p:custDataLst>
          </p:nvPr>
        </p:nvSpPr>
        <p:spPr>
          <a:xfrm>
            <a:off x="342225" y="2152278"/>
            <a:ext cx="6170175" cy="6872735"/>
          </a:xfrm>
          <a:prstGeom prst="rect">
            <a:avLst/>
          </a:prstGeom>
        </p:spPr>
        <p:txBody>
          <a:bodyPr vert="horz" lIns="90000" tIns="46800" rIns="90000" bIns="46800" rtlCol="0">
            <a:normAutofit/>
          </a:bodyPr>
          <a:lstStyle/>
          <a:p>
            <a:pPr lvl="0"/>
            <a:r>
              <a:rPr lang="zh-CN" altLang="en-US" dirty="0"/>
              <a:t>单击此处编辑母版文本样式</a:t>
            </a:r>
            <a:endParaRPr lang="zh-CN" altLang="en-US" dirty="0"/>
          </a:p>
          <a:p>
            <a:pPr lvl="1"/>
            <a:r>
              <a:rPr lang="zh-CN" altLang="en-US" dirty="0"/>
              <a:t>第二级</a:t>
            </a:r>
            <a:endParaRPr lang="zh-CN" altLang="en-US" dirty="0"/>
          </a:p>
          <a:p>
            <a:pPr lvl="2"/>
            <a:r>
              <a:rPr lang="zh-CN" altLang="en-US" dirty="0"/>
              <a:t>第三级</a:t>
            </a:r>
            <a:endParaRPr lang="zh-CN" altLang="en-US" dirty="0"/>
          </a:p>
          <a:p>
            <a:pPr lvl="3"/>
            <a:r>
              <a:rPr lang="zh-CN" altLang="en-US" dirty="0"/>
              <a:t>第四级</a:t>
            </a:r>
            <a:endParaRPr lang="zh-CN" altLang="en-US" dirty="0"/>
          </a:p>
          <a:p>
            <a:pPr lvl="4"/>
            <a:r>
              <a:rPr lang="zh-CN" altLang="en-US" dirty="0"/>
              <a:t>第五级</a:t>
            </a:r>
            <a:endParaRPr lang="zh-CN" altLang="en-US" dirty="0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  <p:custDataLst>
              <p:tags r:id="rId14"/>
            </p:custDataLst>
          </p:nvPr>
        </p:nvSpPr>
        <p:spPr>
          <a:xfrm>
            <a:off x="3442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60FBDFE-C587-4B4C-A407-44438C67B59E}" type="datetimeFigureOut">
              <a:rPr lang="zh-CN" altLang="en-US" smtClean="0"/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  <p:custDataLst>
              <p:tags r:id="rId15"/>
            </p:custDataLst>
          </p:nvPr>
        </p:nvSpPr>
        <p:spPr>
          <a:xfrm>
            <a:off x="2315250" y="9118590"/>
            <a:ext cx="222750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ct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 dirty="0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  <p:custDataLst>
              <p:tags r:id="rId16"/>
            </p:custDataLst>
          </p:nvPr>
        </p:nvSpPr>
        <p:spPr>
          <a:xfrm>
            <a:off x="4993650" y="9118590"/>
            <a:ext cx="1518750" cy="457489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r">
              <a:defRPr sz="750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9AE70B2-8BF9-45C0-BB95-33D1B9D3A854}" type="slidenum">
              <a:rPr lang="zh-CN" altLang="en-US" smtClean="0"/>
            </a:fld>
            <a:endParaRPr lang="zh-CN" altLang="en-US" dirty="0"/>
          </a:p>
        </p:txBody>
      </p:sp>
    </p:spTree>
    <p:custDataLst>
      <p:tags r:id="rId17"/>
    </p:custData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685800" rtl="0" eaLnBrk="1" fontAlgn="auto" latinLnBrk="0" hangingPunct="1">
        <a:lnSpc>
          <a:spcPct val="100000"/>
        </a:lnSpc>
        <a:spcBef>
          <a:spcPct val="0"/>
        </a:spcBef>
        <a:buNone/>
        <a:defRPr sz="2700" b="0" u="none" strike="noStrike" kern="1200" cap="none" spc="300" normalizeH="0" baseline="0">
          <a:solidFill>
            <a:schemeClr val="tx1">
              <a:lumMod val="85000"/>
              <a:lumOff val="15000"/>
            </a:schemeClr>
          </a:solidFill>
          <a:uFillTx/>
          <a:latin typeface="+mj-lt"/>
          <a:ea typeface="+mj-ea"/>
          <a:cs typeface="+mj-cs"/>
        </a:defRPr>
      </a:lvl1pPr>
    </p:titleStyle>
    <p:bodyStyle>
      <a:lvl1pPr marL="171450" indent="-171450" algn="l" defTabSz="685800" rtl="0" eaLnBrk="1" fontAlgn="auto" latinLnBrk="0" hangingPunct="1">
        <a:lnSpc>
          <a:spcPct val="130000"/>
        </a:lnSpc>
        <a:spcBef>
          <a:spcPts val="0"/>
        </a:spcBef>
        <a:spcAft>
          <a:spcPts val="1000"/>
        </a:spcAft>
        <a:buFont typeface="Arial" panose="020B0604020202090204" pitchFamily="34" charset="0"/>
        <a:buChar char="●"/>
        <a:defRPr sz="13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1pPr>
      <a:lvl2pPr marL="5143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tabLst>
          <a:tab pos="1207135" algn="l"/>
          <a:tab pos="1207135" algn="l"/>
          <a:tab pos="1207135" algn="l"/>
          <a:tab pos="1207135" algn="l"/>
        </a:tabLst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2pPr>
      <a:lvl3pPr marL="8572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600"/>
        </a:spcAft>
        <a:buFont typeface="Arial" panose="020B0604020202090204" pitchFamily="34" charset="0"/>
        <a:buChar char="●"/>
        <a:defRPr sz="120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3pPr>
      <a:lvl4pPr marL="12001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Wingdings" panose="05000000000000000000" charset="0"/>
        <a:buChar char="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4pPr>
      <a:lvl5pPr marL="1543050" indent="-171450" algn="l" defTabSz="685800" rtl="0" eaLnBrk="1" fontAlgn="auto" latinLnBrk="0" hangingPunct="1">
        <a:lnSpc>
          <a:spcPct val="120000"/>
        </a:lnSpc>
        <a:spcBef>
          <a:spcPts val="0"/>
        </a:spcBef>
        <a:spcAft>
          <a:spcPts val="300"/>
        </a:spcAft>
        <a:buFont typeface="Arial" panose="020B0604020202090204" pitchFamily="34" charset="0"/>
        <a:buChar char="•"/>
        <a:defRPr sz="1050" u="none" strike="noStrike" kern="1200" cap="none" spc="150" normalizeH="0" baseline="0">
          <a:solidFill>
            <a:schemeClr val="tx1">
              <a:lumMod val="65000"/>
              <a:lumOff val="35000"/>
            </a:schemeClr>
          </a:solidFill>
          <a:uFillTx/>
          <a:latin typeface="+mn-lt"/>
          <a:ea typeface="+mn-ea"/>
          <a:cs typeface="+mn-cs"/>
        </a:defRPr>
      </a:lvl5pPr>
      <a:lvl6pPr marL="18859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2288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5717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914650" indent="-171450" algn="l" defTabSz="685800" rtl="0" eaLnBrk="1" latinLnBrk="0" hangingPunct="1">
        <a:lnSpc>
          <a:spcPct val="90000"/>
        </a:lnSpc>
        <a:spcBef>
          <a:spcPts val="375"/>
        </a:spcBef>
        <a:buFont typeface="Arial" panose="020B0604020202090204" pitchFamily="34" charset="0"/>
        <a:buChar char="•"/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1pPr>
      <a:lvl2pPr marL="3429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2pPr>
      <a:lvl3pPr marL="6858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3pPr>
      <a:lvl4pPr marL="10287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4pPr>
      <a:lvl5pPr marL="13716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5pPr>
      <a:lvl6pPr marL="17145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6pPr>
      <a:lvl7pPr marL="20574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7pPr>
      <a:lvl8pPr marL="24003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8pPr>
      <a:lvl9pPr marL="2743200" algn="l" defTabSz="685800" rtl="0" eaLnBrk="1" latinLnBrk="0" hangingPunct="1">
        <a:defRPr sz="135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9" Type="http://schemas.openxmlformats.org/officeDocument/2006/relationships/chart" Target="../charts/chart9.xml"/><Relationship Id="rId8" Type="http://schemas.openxmlformats.org/officeDocument/2006/relationships/chart" Target="../charts/chart8.xml"/><Relationship Id="rId7" Type="http://schemas.openxmlformats.org/officeDocument/2006/relationships/chart" Target="../charts/chart7.xml"/><Relationship Id="rId6" Type="http://schemas.openxmlformats.org/officeDocument/2006/relationships/chart" Target="../charts/chart6.xml"/><Relationship Id="rId5" Type="http://schemas.openxmlformats.org/officeDocument/2006/relationships/chart" Target="../charts/chart5.xml"/><Relationship Id="rId4" Type="http://schemas.openxmlformats.org/officeDocument/2006/relationships/chart" Target="../charts/chart4.xml"/><Relationship Id="rId3" Type="http://schemas.openxmlformats.org/officeDocument/2006/relationships/chart" Target="../charts/chart3.xml"/><Relationship Id="rId2" Type="http://schemas.openxmlformats.org/officeDocument/2006/relationships/chart" Target="../charts/chart2.xml"/><Relationship Id="rId14" Type="http://schemas.openxmlformats.org/officeDocument/2006/relationships/notesSlide" Target="../notesSlides/notesSlide1.xml"/><Relationship Id="rId13" Type="http://schemas.openxmlformats.org/officeDocument/2006/relationships/slideLayout" Target="../slideLayouts/slideLayout2.xml"/><Relationship Id="rId12" Type="http://schemas.openxmlformats.org/officeDocument/2006/relationships/tags" Target="../tags/tag64.xml"/><Relationship Id="rId11" Type="http://schemas.openxmlformats.org/officeDocument/2006/relationships/tags" Target="../tags/tag63.xml"/><Relationship Id="rId10" Type="http://schemas.openxmlformats.org/officeDocument/2006/relationships/chart" Target="../charts/chart10.xml"/><Relationship Id="rId1" Type="http://schemas.openxmlformats.org/officeDocument/2006/relationships/chart" Target="../charts/char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graphicFrame>
        <p:nvGraphicFramePr>
          <p:cNvPr id="5" name="表格 4"/>
          <p:cNvGraphicFramePr/>
          <p:nvPr>
            <p:custDataLst>
              <p:tags r:id="rId11"/>
            </p:custDataLst>
          </p:nvPr>
        </p:nvGraphicFramePr>
        <p:xfrm>
          <a:off x="0" y="0"/>
          <a:ext cx="6857370" cy="5766435"/>
        </p:xfrm>
        <a:graphic>
          <a:graphicData uri="http://schemas.openxmlformats.org/drawingml/2006/table">
            <a:tbl>
              <a:tblPr bandRow="1">
                <a:tableStyleId>{073A0DAA-6AF3-43AB-8588-CEC1D06C72B9}</a:tableStyleId>
              </a:tblPr>
              <a:tblGrid>
                <a:gridCol w="548640"/>
                <a:gridCol w="808355"/>
                <a:gridCol w="367665"/>
                <a:gridCol w="392430"/>
                <a:gridCol w="421005"/>
                <a:gridCol w="427990"/>
                <a:gridCol w="427990"/>
                <a:gridCol w="428625"/>
                <a:gridCol w="428625"/>
                <a:gridCol w="427355"/>
                <a:gridCol w="435738"/>
                <a:gridCol w="435738"/>
                <a:gridCol w="435738"/>
                <a:gridCol w="435738"/>
                <a:gridCol w="435738"/>
              </a:tblGrid>
              <a:tr h="288925"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Methods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Core Algorithm/Model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How to estimate kinetic parameters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row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Whether to calculate and output du/dt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Performance at Cell level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gridSpan="5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Performance at Gene level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hMerge="1">
                  <a:tcPr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</a:tr>
              <a:tr h="14605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row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α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row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β</a:t>
                      </a:r>
                      <a:r>
                        <a:rPr lang="zh-CN" altLang="en-US" sz="500"/>
                        <a:t>＆</a:t>
                      </a:r>
                      <a:r>
                        <a:rPr lang="en-US" altLang="zh-CN" sz="500"/>
                        <a:t>γ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</a:tcPr>
                </a:tc>
                <a:tc gridSpan="2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Local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Global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3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/>
                        <a:t>Gene-level kinetics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gridSpan="2"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500">
                          <a:sym typeface="Arial" panose="020B0604020202090204" pitchFamily="34" charset="0"/>
                        </a:rPr>
                        <a:t>Kinetic parameters</a:t>
                      </a:r>
                      <a:endParaRPr lang="en-US" altLang="zh-CN" sz="500">
                        <a:sym typeface="Arial" panose="020B0604020202090204" pitchFamily="34" charset="0"/>
                      </a:endParaRPr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 h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26060"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 vMerge="1">
                  <a:tcPr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B w="3175">
                      <a:solidFill>
                        <a:schemeClr val="bg1"/>
                      </a:solidFill>
                      <a:prstDash val="solid"/>
                    </a:lnB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consistency score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ICCoh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TransCosine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BATC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Real_CBDir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>
                          <a:sym typeface="Arial" panose="020B0604020202090204" pitchFamily="34" charset="0"/>
                        </a:rPr>
                        <a:t>Sim_CBDir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Sim_CosSim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α_Spearman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γ_Spearman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  <a:solidFill>
                      <a:srgbClr val="CBCBCB"/>
                    </a:solidFill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scVelo_det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Steady-state linear regression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300"/>
                        <a:t>Gene-specific steady-state ratio (β/γ)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scVelo_sto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Stochastic model using second-order moments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None/>
                      </a:pPr>
                      <a:r>
                        <a:rPr lang="en-US" altLang="zh-CN" sz="300"/>
                        <a:t>Gene-specific moment fit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scVelo_dyn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Dynamical model with EM and analytical solution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MultiVelo (RNA_only)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RNA-only ODE with chromatin held fixed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UniTVelo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Unified-time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UniTVelo</a:t>
                      </a:r>
                      <a:endParaRPr lang="en-US" altLang="zh-CN" sz="500"/>
                    </a:p>
                    <a:p>
                      <a:pPr algn="ctr">
                        <a:buNone/>
                      </a:pPr>
                      <a:r>
                        <a:rPr lang="en-US" altLang="zh-CN" sz="500"/>
                        <a:t>(mode2)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Independent-time dynamical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Gene-specific RBF function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Yes, not output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Dynamo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RNA velocity estimation + SparseVFC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Constant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β fixed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γ 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TIvelo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Trajectory-guided velocity inference + orientation score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Explicit Output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cell2fate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Bayesian linearized ODE in Pyro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Module-weighted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TFvelo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Gene regulatory network + generalized EM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TF-regulated production</a:t>
                      </a:r>
                      <a:endParaRPr lang="en-US"/>
                    </a:p>
                  </a:txBody>
                  <a:tcPr marL="17780" marR="17780" marT="0" marB="0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veloAE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Autoencoder representation learning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β fixed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latent-space γ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veloVI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model (VAE)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Latent state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(latent velocity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DeepKINET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generative kinetic model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Cell-specific (VAE Output)</a:t>
                      </a:r>
                      <a:endParaRPr lang="en-US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TSvelo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Neural ordinary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Continuous function α(t)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cellDancer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Deep neural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(DNN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Yes </a:t>
                      </a:r>
                      <a:endParaRPr lang="en-US" altLang="zh-CN" sz="400"/>
                    </a:p>
                    <a:p>
                      <a:pPr algn="ctr">
                        <a:buNone/>
                      </a:pPr>
                      <a:r>
                        <a:rPr lang="en-US" altLang="zh-CN" sz="400"/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Graph convolutional network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Cell-specific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Cell-specific (GCN Output)</a:t>
                      </a:r>
                      <a:endParaRPr lang="en-US" altLang="zh-CN" sz="400"/>
                    </a:p>
                  </a:txBody>
                  <a:tcPr marL="17780" marR="1778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Yes </a:t>
                      </a:r>
                      <a:endParaRPr lang="en-US" altLang="zh-CN" sz="400">
                        <a:sym typeface="+mn-ea"/>
                      </a:endParaRPr>
                    </a:p>
                    <a:p>
                      <a:pPr algn="ctr">
                        <a:buNone/>
                      </a:pPr>
                      <a:r>
                        <a:rPr lang="en-US" altLang="zh-CN" sz="400">
                          <a:sym typeface="+mn-ea"/>
                        </a:rPr>
                        <a:t>(model output)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SDEvelo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Stochastic differential equation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Sigmoid function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Gene-specific</a:t>
                      </a:r>
                      <a:endParaRPr lang="en-US" altLang="zh-CN" sz="400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DeepVelo_scv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Neural ODE + VAE reconstruction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GraphVelo_scv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from scVelo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  <a:tr h="255270"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500"/>
                        <a:t>GraphVelo_dyn</a:t>
                      </a:r>
                      <a:endParaRPr lang="en-US" altLang="zh-CN" sz="5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Tangent-space projection + kNN velocity correction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0" marR="0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None/>
                      </a:pPr>
                      <a:endParaRPr lang="zh-CN" altLang="en-US" sz="6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L w="3175">
                      <a:solidFill>
                        <a:schemeClr val="bg1"/>
                      </a:solidFill>
                      <a:prstDash val="solid"/>
                    </a:lnL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  <a:lnBlToTr>
                      <a:noFill/>
                    </a:lnBlToT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  <a:tc>
                  <a:txBody>
                    <a:bodyPr/>
                    <a:p>
                      <a:pPr algn="ctr">
                        <a:buClrTx/>
                        <a:buSzTx/>
                        <a:buFontTx/>
                        <a:buNone/>
                      </a:pPr>
                      <a:r>
                        <a:rPr lang="en-US" altLang="zh-CN" sz="400"/>
                        <a:t>——</a:t>
                      </a:r>
                      <a:endParaRPr lang="en-US" altLang="zh-CN" sz="400"/>
                    </a:p>
                  </a:txBody>
                  <a:tcPr marL="36195" marR="36195" marT="36195" marB="36195" anchor="ctr" anchorCtr="0">
                    <a:lnR w="3175">
                      <a:solidFill>
                        <a:schemeClr val="bg1"/>
                      </a:solidFill>
                      <a:prstDash val="solid"/>
                    </a:lnR>
                    <a:lnT w="3175">
                      <a:solidFill>
                        <a:schemeClr val="bg1"/>
                      </a:solidFill>
                      <a:prstDash val="solid"/>
                    </a:lnT>
                    <a:lnB w="3175">
                      <a:solidFill>
                        <a:schemeClr val="bg1"/>
                      </a:solidFill>
                      <a:prstDash val="solid"/>
                    </a:lnB>
                    <a:lnTlToBr>
                      <a:noFill/>
                    </a:lnTlToBr>
                  </a:tcPr>
                </a:tc>
              </a:tr>
            </a:tbl>
          </a:graphicData>
        </a:graphic>
      </p:graphicFrame>
      <p:graphicFrame>
        <p:nvGraphicFramePr>
          <p:cNvPr id="11" name="图表 10"/>
          <p:cNvGraphicFramePr/>
          <p:nvPr/>
        </p:nvGraphicFramePr>
        <p:xfrm>
          <a:off x="2453640" y="524193"/>
          <a:ext cx="9072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"/>
          </a:graphicData>
        </a:graphic>
      </p:graphicFrame>
      <p:graphicFrame>
        <p:nvGraphicFramePr>
          <p:cNvPr id="12" name="图表 11"/>
          <p:cNvGraphicFramePr/>
          <p:nvPr/>
        </p:nvGraphicFramePr>
        <p:xfrm>
          <a:off x="3291523" y="525780"/>
          <a:ext cx="68389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2"/>
          </a:graphicData>
        </a:graphic>
      </p:graphicFrame>
      <p:graphicFrame>
        <p:nvGraphicFramePr>
          <p:cNvPr id="13" name="图表 12"/>
          <p:cNvGraphicFramePr/>
          <p:nvPr/>
        </p:nvGraphicFramePr>
        <p:xfrm>
          <a:off x="2861628" y="525780"/>
          <a:ext cx="821055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graphicFrame>
        <p:nvGraphicFramePr>
          <p:cNvPr id="14" name="图表 13"/>
          <p:cNvGraphicFramePr/>
          <p:nvPr/>
        </p:nvGraphicFramePr>
        <p:xfrm>
          <a:off x="3743325" y="523875"/>
          <a:ext cx="72009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graphicFrame>
        <p:nvGraphicFramePr>
          <p:cNvPr id="18" name="图表 17"/>
          <p:cNvGraphicFramePr/>
          <p:nvPr/>
        </p:nvGraphicFramePr>
        <p:xfrm>
          <a:off x="4159885" y="523875"/>
          <a:ext cx="676910" cy="538226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5"/>
          </a:graphicData>
        </a:graphic>
      </p:graphicFrame>
      <p:graphicFrame>
        <p:nvGraphicFramePr>
          <p:cNvPr id="23" name="图表 22"/>
          <p:cNvGraphicFramePr/>
          <p:nvPr/>
        </p:nvGraphicFramePr>
        <p:xfrm>
          <a:off x="4557395" y="52197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6"/>
          </a:graphicData>
        </a:graphic>
      </p:graphicFrame>
      <p:graphicFrame>
        <p:nvGraphicFramePr>
          <p:cNvPr id="24" name="图表 23"/>
          <p:cNvGraphicFramePr/>
          <p:nvPr/>
        </p:nvGraphicFramePr>
        <p:xfrm>
          <a:off x="5020945" y="522605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7"/>
          </a:graphicData>
        </a:graphic>
      </p:graphicFrame>
      <p:graphicFrame>
        <p:nvGraphicFramePr>
          <p:cNvPr id="25" name="图表 24"/>
          <p:cNvGraphicFramePr/>
          <p:nvPr/>
        </p:nvGraphicFramePr>
        <p:xfrm>
          <a:off x="5446078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8"/>
          </a:graphicData>
        </a:graphic>
      </p:graphicFrame>
      <p:graphicFrame>
        <p:nvGraphicFramePr>
          <p:cNvPr id="26" name="图表 25"/>
          <p:cNvGraphicFramePr/>
          <p:nvPr/>
        </p:nvGraphicFramePr>
        <p:xfrm>
          <a:off x="5870893" y="525780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9"/>
          </a:graphicData>
        </a:graphic>
      </p:graphicFrame>
      <p:graphicFrame>
        <p:nvGraphicFramePr>
          <p:cNvPr id="27" name="图表 26"/>
          <p:cNvGraphicFramePr/>
          <p:nvPr/>
        </p:nvGraphicFramePr>
        <p:xfrm>
          <a:off x="6328093" y="515938"/>
          <a:ext cx="666000" cy="538200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10"/>
          </a:graphicData>
        </a:graphic>
      </p:graphicFrame>
    </p:spTree>
    <p:custDataLst>
      <p:tags r:id="rId12"/>
    </p:custDataLst>
  </p:cSld>
  <p:clrMapOvr>
    <a:masterClrMapping/>
  </p:clrMapOvr>
</p:sld>
</file>

<file path=ppt/tags/tag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**"/>
  <p:tag name="KSO_WM_UNIT_LAYERLEVEL" val="1"/>
  <p:tag name="KSO_WM_TAG_VERSION" val="1.0"/>
  <p:tag name="KSO_WM_BEAUTIFY_FLAG" val="#wm#"/>
</p:tagLst>
</file>

<file path=ppt/tags/tag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2**"/>
  <p:tag name="KSO_WM_UNIT_LAYERLEVEL" val="1"/>
  <p:tag name="KSO_WM_TAG_VERSION" val="1.0"/>
  <p:tag name="KSO_WM_BEAUTIFY_FLAG" val="#wm#"/>
</p:tagLst>
</file>

<file path=ppt/tags/tag1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3**"/>
  <p:tag name="KSO_WM_UNIT_LAYERLEVEL" val="1"/>
  <p:tag name="KSO_WM_TAG_VERSION" val="1.0"/>
  <p:tag name="KSO_WM_BEAUTIFY_FLAG" val="#wm#"/>
</p:tagLst>
</file>

<file path=ppt/tags/tag1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1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4**"/>
  <p:tag name="KSO_WM_UNIT_LAYERLEVEL" val="1"/>
  <p:tag name="KSO_WM_TAG_VERSION" val="1.0"/>
  <p:tag name="KSO_WM_BEAUTIFY_FLAG" val="#wm#"/>
</p:tagLst>
</file>

<file path=ppt/tags/tag2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2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5**"/>
  <p:tag name="KSO_WM_UNIT_LAYERLEVEL" val="1"/>
  <p:tag name="KSO_WM_TAG_VERSION" val="1.0"/>
  <p:tag name="KSO_WM_BEAUTIFY_FLAG" val="#wm#"/>
</p:tagLst>
</file>

<file path=ppt/tags/tag3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6**"/>
  <p:tag name="KSO_WM_UNIT_LAYERLEVEL" val="1"/>
  <p:tag name="KSO_WM_TAG_VERSION" val="1.0"/>
  <p:tag name="KSO_WM_BEAUTIFY_FLAG" val="#wm#"/>
</p:tagLst>
</file>

<file path=ppt/tags/tag3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7**"/>
  <p:tag name="KSO_WM_UNIT_LAYERLEVEL" val="1"/>
  <p:tag name="KSO_WM_TAG_VERSION" val="1.0"/>
  <p:tag name="KSO_WM_BEAUTIFY_FLAG" val="#wm#"/>
</p:tagLst>
</file>

<file path=ppt/tags/tag3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3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8**"/>
  <p:tag name="KSO_WM_UNIT_LAYERLEVEL" val="1"/>
  <p:tag name="KSO_WM_TAG_VERSION" val="1.0"/>
  <p:tag name="KSO_WM_BEAUTIFY_FLAG" val="#wm#"/>
</p:tagLst>
</file>

<file path=ppt/tags/tag4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9**"/>
  <p:tag name="KSO_WM_UNIT_LAYERLEVEL" val="1"/>
  <p:tag name="KSO_WM_TAG_VERSION" val="1.0"/>
  <p:tag name="KSO_WM_BEAUTIFY_FLAG" val="#wm#"/>
</p:tagLst>
</file>

<file path=ppt/tags/tag4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4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0**"/>
  <p:tag name="KSO_WM_UNIT_LAYERLEVEL" val="1"/>
  <p:tag name="KSO_WM_TAG_VERSION" val="1.0"/>
  <p:tag name="KSO_WM_BEAUTIFY_FLAG" val="#wm#"/>
</p:tagLst>
</file>

<file path=ppt/tags/tag52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3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4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5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6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11**"/>
  <p:tag name="KSO_WM_UNIT_LAYERLEVEL" val="1"/>
  <p:tag name="KSO_WM_TAG_VERSION" val="1.0"/>
  <p:tag name="KSO_WM_BEAUTIFY_FLAG" val="#wm#"/>
</p:tagLst>
</file>

<file path=ppt/tags/tag57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8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  <p:tag name="KSO_WM_TEMPLATE_CATEGORY" val="custom"/>
  <p:tag name="KSO_WM_TEMPLATE_INDEX" val="20205081"/>
</p:tagLst>
</file>

<file path=ppt/tags/tag59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0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1.xml><?xml version="1.0" encoding="utf-8"?>
<p:tagLst xmlns:p="http://schemas.openxmlformats.org/presentationml/2006/main">
  <p:tag name="KSO_WM_UNIT_HIGHLIGHT" val="0"/>
  <p:tag name="KSO_WM_UNIT_COMPATIBLE" val="0"/>
  <p:tag name="KSO_WM_UNIT_DIAGRAM_ISNUMVISUAL" val="0"/>
  <p:tag name="KSO_WM_UNIT_DIAGRAM_ISREFERUNIT" val="0"/>
  <p:tag name="KSO_WM_UNIT_ID" val="_0**"/>
  <p:tag name="KSO_WM_UNIT_LAYERLEVEL" val="1"/>
  <p:tag name="KSO_WM_TAG_VERSION" val="1.0"/>
  <p:tag name="KSO_WM_BEAUTIFY_FLAG" val="#wm#"/>
</p:tagLst>
</file>

<file path=ppt/tags/tag62.xml><?xml version="1.0" encoding="utf-8"?>
<p:tagLst xmlns:p="http://schemas.openxmlformats.org/presentationml/2006/main">
  <p:tag name="KSO_WM_TEMPLATE_THUMBS_INDEX" val="1、4、7、12、13、14、15、16、17、18、20、24、25、28、33、36、40、43、44"/>
  <p:tag name="KSO_WM_TEMPLATE_SUBCATEGORY" val="19"/>
  <p:tag name="KSO_WM_TAG_VERSION" val="1.0"/>
  <p:tag name="KSO_WM_BEAUTIFY_FLAG" val="#wm#"/>
  <p:tag name="KSO_WM_TEMPLATE_CATEGORY" val="custom"/>
  <p:tag name="KSO_WM_TEMPLATE_INDEX" val="20205081"/>
  <p:tag name="KSO_WM_TEMPLATE_MASTER_TYPE" val="0"/>
  <p:tag name="KSO_WM_TEMPLATE_COLOR_TYPE" val="1"/>
  <p:tag name="KSO_WM_UNIT_SHOW_EDIT_AREA_INDICATION" val="1"/>
</p:tagLst>
</file>

<file path=ppt/tags/tag63.xml><?xml version="1.0" encoding="utf-8"?>
<p:tagLst xmlns:p="http://schemas.openxmlformats.org/presentationml/2006/main">
  <p:tag name="TABLE_ENDDRAG_ORIGIN_RECT" val="539*411"/>
  <p:tag name="TABLE_ENDDRAG_RECT" val="0*0*539*411"/>
</p:tagLst>
</file>

<file path=ppt/tags/tag64.xml><?xml version="1.0" encoding="utf-8"?>
<p:tagLst xmlns:p="http://schemas.openxmlformats.org/presentationml/2006/main">
  <p:tag name="KSO_WM_BEAUTIFY_FLAG" val="#wm#"/>
  <p:tag name="KSO_WM_TEMPLATE_CATEGORY" val="custom"/>
  <p:tag name="KSO_WM_TEMPLATE_INDEX" val="20205081"/>
</p:tagLst>
</file>

<file path=ppt/theme/theme1.xml><?xml version="1.0" encoding="utf-8"?>
<a:theme xmlns:a="http://schemas.openxmlformats.org/drawingml/2006/main" name="WPS">
  <a:themeElements>
    <a:clrScheme name="WPS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874CB"/>
      </a:accent1>
      <a:accent2>
        <a:srgbClr val="EE822F"/>
      </a:accent2>
      <a:accent3>
        <a:srgbClr val="F2BA02"/>
      </a:accent3>
      <a:accent4>
        <a:srgbClr val="75BD42"/>
      </a:accent4>
      <a:accent5>
        <a:srgbClr val="30C0B4"/>
      </a:accent5>
      <a:accent6>
        <a:srgbClr val="E54C5E"/>
      </a:accent6>
      <a:hlink>
        <a:srgbClr val="0026E5"/>
      </a:hlink>
      <a:folHlink>
        <a:srgbClr val="7E1FAD"/>
      </a:folHlink>
    </a:clrScheme>
    <a:fontScheme name="WPS">
      <a:majorFont>
        <a:latin typeface="Arial"/>
        <a:ea typeface="微软雅黑"/>
        <a:cs typeface=""/>
      </a:majorFont>
      <a:minorFont>
        <a:latin typeface="Arial"/>
        <a:ea typeface="微软雅黑"/>
        <a:cs typeface=""/>
      </a:minorFont>
    </a:fontScheme>
    <a:fmtScheme name="WPS">
      <a:fillStyleLst>
        <a:solidFill>
          <a:schemeClr val="phClr"/>
        </a:solidFill>
        <a:gradFill>
          <a:gsLst>
            <a:gs pos="0">
              <a:schemeClr val="phClr">
                <a:lumOff val="17500"/>
              </a:schemeClr>
            </a:gs>
            <a:gs pos="100000">
              <a:schemeClr val="phClr"/>
            </a:gs>
          </a:gsLst>
          <a:lin ang="2700000" scaled="0"/>
        </a:gradFill>
        <a:gradFill>
          <a:gsLst>
            <a:gs pos="0">
              <a:schemeClr val="phClr">
                <a:hueOff val="-2520000"/>
              </a:schemeClr>
            </a:gs>
            <a:gs pos="100000">
              <a:schemeClr val="phClr"/>
            </a:gs>
          </a:gsLst>
          <a:lin ang="27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gradFill>
            <a:gsLst>
              <a:gs pos="0">
                <a:schemeClr val="phClr">
                  <a:hueOff val="-4200000"/>
                </a:schemeClr>
              </a:gs>
              <a:gs pos="100000">
                <a:schemeClr val="phClr"/>
              </a:gs>
            </a:gsLst>
            <a:lin ang="2700000" scaled="1"/>
          </a:gradFill>
          <a:prstDash val="solid"/>
          <a:miter lim="800000"/>
        </a:ln>
      </a:lnStyleLst>
      <a:effectStyleLst>
        <a:effectStyle>
          <a:effectLst>
            <a:outerShdw blurRad="101600" dist="50800" dir="5400000" algn="ctr" rotWithShape="0">
              <a:schemeClr val="phClr">
                <a:alpha val="60000"/>
              </a:schemeClr>
            </a:outerShdw>
          </a:effectLst>
        </a:effectStyle>
        <a:effectStyle>
          <a:effectLst>
            <a:reflection stA="50000" endA="300" endPos="40000" dist="25400" dir="5400000" sy="-100000" algn="bl" rotWithShape="0"/>
          </a:effectLst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Override1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2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3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4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5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6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7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8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9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ppt/theme/themeOverride10.xml><?xml version="1.0" encoding="utf-8"?>
<a:themeOverride xmlns:a="http://schemas.openxmlformats.org/drawingml/2006/main">
  <a:clrScheme name="WPS">
    <a:dk1>
      <a:sysClr val="windowText" lastClr="000000"/>
    </a:dk1>
    <a:lt1>
      <a:sysClr val="window" lastClr="FFFFFF"/>
    </a:lt1>
    <a:dk2>
      <a:srgbClr val="44546A"/>
    </a:dk2>
    <a:lt2>
      <a:srgbClr val="E7E6E6"/>
    </a:lt2>
    <a:accent1>
      <a:srgbClr val="4874CB"/>
    </a:accent1>
    <a:accent2>
      <a:srgbClr val="EE822F"/>
    </a:accent2>
    <a:accent3>
      <a:srgbClr val="F2BA02"/>
    </a:accent3>
    <a:accent4>
      <a:srgbClr val="75BD42"/>
    </a:accent4>
    <a:accent5>
      <a:srgbClr val="30C0B4"/>
    </a:accent5>
    <a:accent6>
      <a:srgbClr val="E54C5E"/>
    </a:accent6>
    <a:hlink>
      <a:srgbClr val="0026E5"/>
    </a:hlink>
    <a:folHlink>
      <a:srgbClr val="7E1FAD"/>
    </a:folHlink>
  </a:clrScheme>
  <a:fontScheme name="WPS">
    <a:majorFont>
      <a:latin typeface="Arial"/>
      <a:ea typeface="微软雅黑"/>
      <a:cs typeface=""/>
    </a:majorFont>
    <a:minorFont>
      <a:latin typeface="Arial"/>
      <a:ea typeface="微软雅黑"/>
      <a:cs typeface=""/>
    </a:minorFont>
  </a:fontScheme>
  <a:fmtScheme name="WPS">
    <a:fillStyleLst>
      <a:solidFill>
        <a:schemeClr val="phClr"/>
      </a:solidFill>
      <a:gradFill>
        <a:gsLst>
          <a:gs pos="0">
            <a:schemeClr val="phClr">
              <a:lumOff val="17500"/>
            </a:schemeClr>
          </a:gs>
          <a:gs pos="100000">
            <a:schemeClr val="phClr"/>
          </a:gs>
        </a:gsLst>
        <a:lin ang="2700000" scaled="0"/>
      </a:gradFill>
      <a:gradFill>
        <a:gsLst>
          <a:gs pos="0">
            <a:schemeClr val="phClr">
              <a:hueOff val="-2520000"/>
            </a:schemeClr>
          </a:gs>
          <a:gs pos="100000">
            <a:schemeClr val="phClr"/>
          </a:gs>
        </a:gsLst>
        <a:lin ang="2700000" scaled="0"/>
      </a:gradFill>
    </a:fillStyleLst>
    <a:lnStyleLst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solidFill>
          <a:schemeClr val="phClr"/>
        </a:solidFill>
        <a:prstDash val="solid"/>
        <a:miter lim="800000"/>
      </a:ln>
      <a:ln w="12700" cap="flat" cmpd="sng" algn="ctr">
        <a:gradFill>
          <a:gsLst>
            <a:gs pos="0">
              <a:schemeClr val="phClr">
                <a:hueOff val="-4200000"/>
              </a:schemeClr>
            </a:gs>
            <a:gs pos="100000">
              <a:schemeClr val="phClr"/>
            </a:gs>
          </a:gsLst>
          <a:lin ang="2700000" scaled="1"/>
        </a:gradFill>
        <a:prstDash val="solid"/>
        <a:miter lim="800000"/>
      </a:ln>
    </a:lnStyleLst>
    <a:effectStyleLst>
      <a:effectStyle>
        <a:effectLst>
          <a:outerShdw blurRad="101600" dist="50800" dir="5400000" algn="ctr" rotWithShape="0">
            <a:schemeClr val="phClr">
              <a:alpha val="60000"/>
            </a:schemeClr>
          </a:outerShdw>
        </a:effectLst>
      </a:effectStyle>
      <a:effectStyle>
        <a:effectLst>
          <a:reflection stA="50000" endA="300" endPos="40000" dist="25400" dir="5400000" sy="-100000" algn="bl" rotWithShape="0"/>
        </a:effectLst>
      </a:effectStyle>
      <a:effectStyle>
        <a:effectLst>
          <a:outerShdw blurRad="57150" dist="19050" dir="5400000" algn="ctr" rotWithShape="0">
            <a:srgbClr val="000000">
              <a:alpha val="63000"/>
            </a:srgbClr>
          </a:outerShdw>
        </a:effectLst>
      </a:effectStyle>
    </a:effectStyleLst>
    <a:bgFillStyleLst>
      <a:solidFill>
        <a:schemeClr val="phClr"/>
      </a:solidFill>
      <a:solidFill>
        <a:schemeClr val="phClr">
          <a:tint val="95000"/>
          <a:satMod val="170000"/>
        </a:schemeClr>
      </a:solidFill>
      <a:gradFill rotWithShape="1">
        <a:gsLst>
          <a:gs pos="0">
            <a:schemeClr val="phClr">
              <a:tint val="93000"/>
              <a:satMod val="150000"/>
              <a:shade val="98000"/>
              <a:lumMod val="102000"/>
            </a:schemeClr>
          </a:gs>
          <a:gs pos="50000">
            <a:schemeClr val="phClr">
              <a:tint val="98000"/>
              <a:satMod val="130000"/>
              <a:shade val="90000"/>
              <a:lumMod val="103000"/>
            </a:schemeClr>
          </a:gs>
          <a:gs pos="100000">
            <a:schemeClr val="phClr">
              <a:shade val="63000"/>
              <a:satMod val="120000"/>
            </a:schemeClr>
          </a:gs>
        </a:gsLst>
        <a:lin ang="5400000" scaled="0"/>
      </a:gradFill>
    </a:bgFillStyleLst>
  </a:fmtScheme>
</a:themeOverrid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2515</Words>
  <Application>WPS 演示</Application>
  <PresentationFormat>宽屏</PresentationFormat>
  <Paragraphs>431</Paragraphs>
  <Slides>1</Slides>
  <Notes>4</Notes>
  <HiddenSlides>0</HiddenSlides>
  <MMClips>0</MMClips>
  <ScaleCrop>false</ScaleCrop>
  <HeadingPairs>
    <vt:vector size="6" baseType="variant">
      <vt:variant>
        <vt:lpstr>已用的字体</vt:lpstr>
      </vt:variant>
      <vt:variant>
        <vt:i4>12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</vt:i4>
      </vt:variant>
    </vt:vector>
  </HeadingPairs>
  <TitlesOfParts>
    <vt:vector size="14" baseType="lpstr">
      <vt:lpstr>Arial</vt:lpstr>
      <vt:lpstr>宋体</vt:lpstr>
      <vt:lpstr>Wingdings</vt:lpstr>
      <vt:lpstr>Wingdings</vt:lpstr>
      <vt:lpstr>微软雅黑</vt:lpstr>
      <vt:lpstr>方正雅意黑 GB18030L2</vt:lpstr>
      <vt:lpstr>微软雅黑</vt:lpstr>
      <vt:lpstr>宋体</vt:lpstr>
      <vt:lpstr>Arial Unicode MS</vt:lpstr>
      <vt:lpstr>Calibri</vt:lpstr>
      <vt:lpstr>Helvetica Neue</vt:lpstr>
      <vt:lpstr>汉仪书宋二KW</vt:lpstr>
      <vt:lpstr>WPS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空白演示</dc:title>
  <dc:creator/>
  <cp:lastModifiedBy>赵泽临</cp:lastModifiedBy>
  <cp:revision>30</cp:revision>
  <dcterms:created xsi:type="dcterms:W3CDTF">2026-10-13T07:24:40Z</dcterms:created>
  <dcterms:modified xsi:type="dcterms:W3CDTF">2026-10-13T07:24:40Z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KSOProductBuildVer">
    <vt:lpwstr>2052-12.1.26046.26046</vt:lpwstr>
  </property>
  <property fmtid="{D5CDD505-2E9C-101B-9397-08002B2CF9AE}" pid="3" name="ICV">
    <vt:lpwstr>0E0536DB00191A2B636EBF6ADFF7DDC2_43</vt:lpwstr>
  </property>
</Properties>
</file>