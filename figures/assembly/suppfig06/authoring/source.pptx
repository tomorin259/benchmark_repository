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8a2894c05f548b0" /><Relationship Type="http://schemas.openxmlformats.org/officeDocument/2006/relationships/extended-properties" Target="/docProps/app.xml" Id="Red2712b7d1764a43" /><Relationship Type="http://schemas.openxmlformats.org/officeDocument/2006/relationships/officeDocument" Target="/ppt/presentation.xml" Id="Ra7629f9b4c444e9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6cf0954d94487b"/>
  </p:sldMasterIdLst>
  <p:notesMasterIdLst>
    <p:notesMasterId xmlns:r="http://schemas.openxmlformats.org/officeDocument/2006/relationships" r:id="Rbd217872bc4e4218"/>
  </p:notesMasterIdLst>
  <p:sldIdLst>
    <p:sldId xmlns:r="http://schemas.openxmlformats.org/officeDocument/2006/relationships" id="256" r:id="R671b646a0d074931"/>
  </p:sldIdLst>
  <p:sldSz cx="6858000" cy="990346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360000" cy="3600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36835e96102439d" /><Relationship Type="http://schemas.openxmlformats.org/officeDocument/2006/relationships/slideMaster" Target="/ppt/slideMasters/slideMaster1.xml" Id="Ra76cf0954d94487b" /><Relationship Type="http://schemas.openxmlformats.org/officeDocument/2006/relationships/notesMaster" Target="/ppt/notesMasters/notesMaster1.xml" Id="Rbd217872bc4e4218" /><Relationship Type="http://schemas.openxmlformats.org/officeDocument/2006/relationships/presProps" Target="/ppt/presProps.xml" Id="Ra65ddce5dd3a4601" /><Relationship Type="http://schemas.openxmlformats.org/officeDocument/2006/relationships/viewProps" Target="/ppt/viewProps.xml" Id="R7b847db65c9641de" /><Relationship Type="http://schemas.openxmlformats.org/officeDocument/2006/relationships/tableStyles" Target="/ppt/tableStyles.xml" Id="Re23d1f6be912480a" /><Relationship Type="http://schemas.openxmlformats.org/officeDocument/2006/relationships/slide" Target="/ppt/slides/slide1.xml" Id="R671b646a0d07493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33aebb801949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530845affc2484a" /><Relationship Type="http://schemas.openxmlformats.org/officeDocument/2006/relationships/notesMaster" Target="/ppt/notesMasters/notesMaster1.xml" Id="R37055fa98b6d4b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2dabd6d9ac45b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253d7aa34e40f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37de67c3ea45a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93fe5c8a9d4e1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b867e5ad984da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12942ac4b14bf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945d909e67417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3dc32043c144e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61af8513dd485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cbe89dfc424d3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b0bd4314ee41ca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C7AC45C4-D945-4620-95BE-5C47910849D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74325" y="1320480"/>
            <a:ext cx="5512050" cy="3711901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 algn="ctr">
              <a:buNone/>
              <a:defRPr sz="45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9BF435DD-7E77-4684-B1BE-B1B371C9743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74325" y="5141554"/>
            <a:ext cx="5512050" cy="2126285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 xmlns:a="http://schemas.openxmlformats.org/drawingml/2006/main">
            <a:r>
              <a:t>单击此处编辑母版副标题样式</a:t>
            </a:r>
            <a:endParaRPr/>
          </a:p>
        </p:txBody>
      </p:sp>
      <p:sp>
        <p:nvSpPr>
          <p:cNvPr id="16" name="日期占位符 15">
            <a:extLst xmlns:a="http://schemas.openxmlformats.org/drawingml/2006/main">
              <a:ext uri="{FF2B5EF4-FFF2-40B4-BE49-F238E27FC236}">
                <a16:creationId xmlns:a16="http://schemas.microsoft.com/office/drawing/2014/main" id="{BF92119A-457E-40C3-91AA-5C04D1626D9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页脚占位符 16">
            <a:extLst xmlns:a="http://schemas.openxmlformats.org/drawingml/2006/main">
              <a:ext uri="{FF2B5EF4-FFF2-40B4-BE49-F238E27FC236}">
                <a16:creationId xmlns:a16="http://schemas.microsoft.com/office/drawing/2014/main" id="{985CFFCA-98CC-4526-9E86-62D3C8F468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灯片编号占位符 17">
            <a:extLst xmlns:a="http://schemas.openxmlformats.org/drawingml/2006/main">
              <a:ext uri="{FF2B5EF4-FFF2-40B4-BE49-F238E27FC236}">
                <a16:creationId xmlns:a16="http://schemas.microsoft.com/office/drawing/2014/main" id="{3C4F277D-E2F8-4FFE-86EE-15E7C361BC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5FDF6957-462E-41DE-A0D9-2953E499D4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403AD59A-7068-4C26-B75B-BC0E5859C49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42225" y="2152278"/>
            <a:ext cx="6170175" cy="6872735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A06D4325-717F-4FF1-AF4F-B819122DD23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2701B0F7-9131-41E9-97F0-1478232506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7977DDD5-A323-41D4-B0DD-37A022F634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8507213-9B72-4F1F-99A2-B5010C0CD17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119825" y="5557453"/>
            <a:ext cx="4369950" cy="1107332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>
              <a:buNone/>
              <a:defRPr sz="3300"/>
            </a:lvl1pPr>
          </a:lstStyle>
          <a:p xmlns:a="http://schemas.openxmlformats.org/drawingml/2006/main">
            <a:r>
              <a:t>单击此处编辑标题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25D04490-0EAC-49ED-9B1E-74E30E4A2D80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1119825" y="6664785"/>
            <a:ext cx="4369950" cy="1252896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43A2D405-4974-4EA4-8493-84920E0EAA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7067FAE0-6F60-4143-87BD-C383CE660B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5FF13084-F753-4E02-BC51-56576A7C89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CCB1CC3F-A89C-40A7-BA1A-6F34A9DD2C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E83C22CB-4948-4F0C-AEC3-50A3318A5AE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42225" y="2167875"/>
            <a:ext cx="2911950" cy="685713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DC65C445-9210-4B66-AE19-1EA6F83E6B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606525" y="2167875"/>
            <a:ext cx="2911950" cy="6857138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15654C60-638D-4624-98BC-CD3E2907F1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7CC87FC8-424E-4BBD-AA1F-A2F632F08E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3689E624-828C-4BA3-AF3B-F94F717725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2317247C-E836-4BDD-B930-032B73B306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E956FA66-6107-48EB-8913-0003D04325AF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342225" y="2027509"/>
            <a:ext cx="3005100" cy="597855"/>
          </a:xfrm>
        </p:spPr>
        <p:txBody>
          <a:bodyPr xmlns:a="http://schemas.openxmlformats.org/drawingml/2006/main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B0C32838-DFEF-4921-8570-BA119A3F58A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2225" y="2677351"/>
            <a:ext cx="3005100" cy="6347662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8841B9AD-63EC-4A37-BF8A-43F5A0C97C9C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3507609" y="2027509"/>
            <a:ext cx="3005100" cy="597855"/>
          </a:xfrm>
        </p:spPr>
        <p:txBody>
          <a:bodyPr xmlns:a="http://schemas.openxmlformats.org/drawingml/2006/main" vert="horz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2AC5B603-D946-423A-8173-8338C47F19DE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3507609" y="2677351"/>
            <a:ext cx="3005100" cy="6347662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54A2542A-66CD-4414-BE16-3F0D5AB665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C198D91F-E232-4359-8B16-E3C4560E55D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F9610E65-765D-47E5-A068-EDD03B4510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1245F1C3-A646-4F02-B114-79F7E0F249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E3FE27D7-7EC0-46AF-8FE2-12E24BA66D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942CA6F7-85B9-466E-A078-509B019E90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1B0F233F-BD32-4F86-8671-33C126F848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E9319F77-F2F6-441A-BC42-57EA9AC423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B8A09057-AAE6-4765-B025-1AE214C3AB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0F92A80D-9B48-4B9E-840D-C81734FA8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985D24AE-A832-407A-BC2D-B91BC9E5CE0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42225" y="2245856"/>
            <a:ext cx="2943606" cy="665438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200"/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132DBDEF-966E-47F0-B6CA-53E08CFBC87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572100" y="2245856"/>
            <a:ext cx="2940300" cy="665438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497ED118-B03D-46DE-950D-B51DE66373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F080BA53-D304-43B6-BC19-1CA31BEC652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9073F416-C3A7-4BF0-9994-900A4AFC60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标题 8">
            <a:extLst xmlns:a="http://schemas.openxmlformats.org/drawingml/2006/main">
              <a:ext uri="{FF2B5EF4-FFF2-40B4-BE49-F238E27FC236}">
                <a16:creationId xmlns:a16="http://schemas.microsoft.com/office/drawing/2014/main" id="{0E990045-50F5-4038-A48C-4A7A8111B2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3959C8FD-4114-4DA8-8B2E-47B83AD1A27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757075" y="1320480"/>
            <a:ext cx="587250" cy="7262640"/>
          </a:xfrm>
        </p:spPr>
        <p:txBody>
          <a:bodyPr xmlns:a="http://schemas.openxmlformats.org/drawingml/2006/main" vert="eaVert" lIns="90000" tIns="46800" rIns="90000" bIns="46800" anchor="ctr">
            <a:normAutofit/>
          </a:bodyPr>
          <a:lstStyle xmlns:a="http://schemas.openxmlformats.org/drawingml/2006/main">
            <a:lvl1pPr>
              <a:buNone/>
              <a:defRPr sz="21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9305A3B6-ADD6-4520-AF41-4CC4A1E3B5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320480"/>
            <a:ext cx="5157675" cy="7262640"/>
          </a:xfrm>
        </p:spPr>
        <p:txBody>
          <a:bodyPr xmlns:a="http://schemas.openxmlformats.org/drawingml/2006/main" vert="eaVert" lIns="46800" tIns="46800" rIns="46800" bIns="46800"/>
          <a:lstStyle xmlns:a="http://schemas.openxmlformats.org/drawingml/2006/main">
            <a:lvl1pPr marL="171450" indent="-171450">
              <a:spcAft>
                <a:spcPts val="1000"/>
              </a:spcAft>
              <a:buNone/>
              <a:defRPr spc="300"/>
            </a:lvl1pPr>
            <a:lvl2pPr marL="514350" indent="-171450">
              <a:buNone/>
              <a:defRPr spc="300"/>
            </a:lvl2pPr>
            <a:lvl3pPr marL="857250" indent="-171450">
              <a:buNone/>
              <a:defRPr spc="300"/>
            </a:lvl3pPr>
            <a:lvl4pPr marL="1200150" indent="-171450">
              <a:buNone/>
              <a:defRPr spc="300"/>
            </a:lvl4pPr>
            <a:lvl5pPr marL="1543050" indent="-171450">
              <a:buNone/>
              <a:defRPr spc="300"/>
            </a:lvl5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8ACD558-C3E0-4432-90AD-73CE9CE00B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EC0B9EB4-0F04-4778-9179-1949FB34B64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63A8BBE9-505A-49E9-9699-BF2EF7C2DDC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8CC77625-AEC9-47CA-B29D-6725BA74EE6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ACD4DBE4-C576-40E4-B6F7-986F0395CA1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454BA58F-276F-44EA-A8B4-DD88867F8BC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内容占位符 6">
            <a:extLst xmlns:a="http://schemas.openxmlformats.org/drawingml/2006/main">
              <a:ext uri="{FF2B5EF4-FFF2-40B4-BE49-F238E27FC236}">
                <a16:creationId xmlns:a16="http://schemas.microsoft.com/office/drawing/2014/main" id="{B201B981-84BD-4104-B485-2A23E2ED819A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342225" y="1117729"/>
            <a:ext cx="6172200" cy="791768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16D169F5-444D-4AF7-BE91-365400E7A4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939C2FAE-7D00-4AFE-AF9F-1075D89899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5CCE11A4-BCD5-472B-8768-1A01B357B5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84FAD2ED-EFE0-4A6C-B557-E56F4EAFF0E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674325" y="3462361"/>
            <a:ext cx="5512050" cy="1596013"/>
          </a:xfrm>
        </p:spPr>
        <p:txBody>
          <a:bodyPr xmlns:a="http://schemas.openxmlformats.org/drawingml/2006/main" vert="horz" lIns="90000" tIns="46800" rIns="90000" bIns="46800" anchor="t">
            <a:normAutofit/>
          </a:bodyPr>
          <a:lstStyle xmlns:a="http://schemas.openxmlformats.org/drawingml/2006/main">
            <a:lvl1pPr algn="ctr">
              <a:buNone/>
              <a:defRPr sz="45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7" name="文本占位符 6">
            <a:extLst xmlns:a="http://schemas.openxmlformats.org/drawingml/2006/main">
              <a:ext uri="{FF2B5EF4-FFF2-40B4-BE49-F238E27FC236}">
                <a16:creationId xmlns:a16="http://schemas.microsoft.com/office/drawing/2014/main" id="{8B0085CE-DAFF-4F29-8F68-6A633342E1B3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674325" y="5141554"/>
            <a:ext cx="5512050" cy="727824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800" spc="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941d84775043a7" /><Relationship Type="http://schemas.openxmlformats.org/officeDocument/2006/relationships/slideLayout" Target="/ppt/slideLayouts/slideLayout1.xml" Id="R798d70bc82ed4d51" /><Relationship Type="http://schemas.openxmlformats.org/officeDocument/2006/relationships/slideLayout" Target="/ppt/slideLayouts/slideLayout2.xml" Id="Rc620112027444021" /><Relationship Type="http://schemas.openxmlformats.org/officeDocument/2006/relationships/slideLayout" Target="/ppt/slideLayouts/slideLayout3.xml" Id="Rfd5b4a0cb1f34076" /><Relationship Type="http://schemas.openxmlformats.org/officeDocument/2006/relationships/slideLayout" Target="/ppt/slideLayouts/slideLayout4.xml" Id="Rae57600710c94597" /><Relationship Type="http://schemas.openxmlformats.org/officeDocument/2006/relationships/slideLayout" Target="/ppt/slideLayouts/slideLayout5.xml" Id="R44ad079a80714970" /><Relationship Type="http://schemas.openxmlformats.org/officeDocument/2006/relationships/slideLayout" Target="/ppt/slideLayouts/slideLayout6.xml" Id="R722a3e29b3dc481b" /><Relationship Type="http://schemas.openxmlformats.org/officeDocument/2006/relationships/slideLayout" Target="/ppt/slideLayouts/slideLayout7.xml" Id="Rb102524cdf8146d6" /><Relationship Type="http://schemas.openxmlformats.org/officeDocument/2006/relationships/slideLayout" Target="/ppt/slideLayouts/slideLayout8.xml" Id="Rcec2cb253adb4f39" /><Relationship Type="http://schemas.openxmlformats.org/officeDocument/2006/relationships/slideLayout" Target="/ppt/slideLayouts/slideLayout9.xml" Id="R176605c59cc143e7" /><Relationship Type="http://schemas.openxmlformats.org/officeDocument/2006/relationships/slideLayout" Target="/ppt/slideLayouts/slideLayout10.xml" Id="Rcc89e5cc472349d2" /><Relationship Type="http://schemas.openxmlformats.org/officeDocument/2006/relationships/slideLayout" Target="/ppt/slideLayouts/slideLayout11.xml" Id="Rbc1d7d94dc27494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5034633F-7124-4D2F-934A-BDBEB9778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170" tIns="46990" rIns="90170" bIns="4699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1AF5A0E-6756-495D-8E68-7E7CFC1AEF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42225" y="2152278"/>
            <a:ext cx="6170175" cy="6872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E0A5683E-2BE7-41DD-BEA2-969957B4442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44250" y="9118590"/>
            <a:ext cx="151875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70C4F5A1-4031-4E93-861E-68166786C05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2315250" y="9118590"/>
            <a:ext cx="222750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ct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CFAD2169-6B21-41D4-BD19-8FBBF8C76DA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4993650" y="9118590"/>
            <a:ext cx="151875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98d70bc82ed4d51"/>
    <p:sldLayoutId xmlns:r="http://schemas.openxmlformats.org/officeDocument/2006/relationships" id="2147483650" r:id="Rc620112027444021"/>
    <p:sldLayoutId xmlns:r="http://schemas.openxmlformats.org/officeDocument/2006/relationships" id="2147483651" r:id="Rfd5b4a0cb1f34076"/>
    <p:sldLayoutId xmlns:r="http://schemas.openxmlformats.org/officeDocument/2006/relationships" id="2147483652" r:id="Rae57600710c94597"/>
    <p:sldLayoutId xmlns:r="http://schemas.openxmlformats.org/officeDocument/2006/relationships" id="2147483653" r:id="R44ad079a80714970"/>
    <p:sldLayoutId xmlns:r="http://schemas.openxmlformats.org/officeDocument/2006/relationships" id="2147483654" r:id="R722a3e29b3dc481b"/>
    <p:sldLayoutId xmlns:r="http://schemas.openxmlformats.org/officeDocument/2006/relationships" id="2147483655" r:id="Rb102524cdf8146d6"/>
    <p:sldLayoutId xmlns:r="http://schemas.openxmlformats.org/officeDocument/2006/relationships" id="2147483656" r:id="Rcec2cb253adb4f39"/>
    <p:sldLayoutId xmlns:r="http://schemas.openxmlformats.org/officeDocument/2006/relationships" id="2147483657" r:id="R176605c59cc143e7"/>
    <p:sldLayoutId xmlns:r="http://schemas.openxmlformats.org/officeDocument/2006/relationships" id="2147483658" r:id="Rcc89e5cc472349d2"/>
    <p:sldLayoutId xmlns:r="http://schemas.openxmlformats.org/officeDocument/2006/relationships" id="2147483659" r:id="Rbc1d7d94dc274942"/>
  </p:sldLayoutIdLst>
  <p:txStyles>
    <p:titleStyle>
      <a:lvl1pPr xmlns:a="http://schemas.openxmlformats.org/drawingml/2006/main" algn="l" defTabSz="685800">
        <a:lnSpc>
          <a:spcPct val="100000"/>
        </a:lnSpc>
        <a:spcBef>
          <a:spcPct val="0"/>
        </a:spcBef>
        <a:buNone/>
        <a:defRPr sz="27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ea"/>
          <a:ea typeface="+mj-ea"/>
          <a:cs typeface="+mj-ea"/>
        </a:defRPr>
      </a:lvl1pPr>
    </p:titleStyle>
    <p:bodyStyle>
      <a:lvl1pPr xmlns:a="http://schemas.openxmlformats.org/drawingml/2006/main" marL="171450" indent="-171450" algn="l" defTabSz="685800">
        <a:lnSpc>
          <a:spcPct val="130000"/>
        </a:lnSpc>
        <a:spcBef>
          <a:spcPts val="0"/>
        </a:spcBef>
        <a:spcAft>
          <a:spcPts val="1000"/>
        </a:spcAft>
        <a:buFont typeface="Arial"/>
        <a:buChar char="●"/>
        <a:defRPr sz="13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5143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tabLst>
          <a:tab pos="1207135" algn="l"/>
          <a:tab pos="1207135" algn="l"/>
          <a:tab pos="1207135" algn="l"/>
          <a:tab pos="1207135" algn="l"/>
        </a:tabLst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8572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2001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Wingdings"/>
        <a:buChar char="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5430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Arial"/>
        <a:buChar char="•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8859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2288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5717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9146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24b81a9fb9494048"/><Relationship Type="http://schemas.openxmlformats.org/officeDocument/2006/relationships/image" Target="/ppt/media/image.png" Id="R0a8c977ddaf544de"/><Relationship Type="http://schemas.openxmlformats.org/officeDocument/2006/relationships/image" Target="/ppt/media/image2.png" Id="Rc5f4c851cdc34e7f"/><Relationship Type="http://schemas.openxmlformats.org/officeDocument/2006/relationships/image" Target="/ppt/media/image3.png" Id="R6803389786f8404a"/><Relationship Type="http://schemas.openxmlformats.org/officeDocument/2006/relationships/image" Target="/ppt/media/image4.png" Id="Rb9834384d9194aee"/><Relationship Type="http://schemas.openxmlformats.org/officeDocument/2006/relationships/notesSlide" Target="/ppt/notesSlides/notesSlide1.xml" Id="Rf4919d461af4486d"/><Relationship Id="rIdNoResult" Type="http://schemas.openxmlformats.org/officeDocument/2006/relationships/image" Target="../media/no_result_circle_slash.pn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8c977ddaf544d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835" y="0"/>
            <a:ext cx="6778800" cy="1807680"/>
          </a:xfrm>
          <a:prstGeom xmlns:a="http://schemas.openxmlformats.org/drawingml/2006/main" prst="rect">
            <a:avLst/>
          </a:prstGeom>
        </p:spPr>
      </p:pic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38ADD1D4-D993-49BC-8E24-AA43FE50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985" y="0"/>
            <a:ext cx="83820" cy="33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40000"/>
              </a:lnSpc>
              <a:buNone/>
            </a:pPr>
            <a:r>
              <a:rPr sz="1300" b="1">
                <a:latin typeface="Arial"/>
                <a:ea typeface="Arial"/>
                <a:cs typeface="Arial"/>
              </a:rPr>
              <a:t>a</a:t>
            </a:r>
            <a:endParaRPr sz="1300" b="1">
              <a:latin typeface="Arial"/>
              <a:ea typeface="Arial"/>
              <a:cs typeface="Arial"/>
            </a:endParaRPr>
          </a:p>
        </p:txBody>
      </p:sp>
      <p:pic>
        <p:nvPicPr>
          <p:cNvPr id="36" name="图片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f4c851cdc34e7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1764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37" name="图片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03389786f8404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2736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38" name="图片 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834384d9194ae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3708000"/>
            <a:ext cx="6778800" cy="1129800"/>
          </a:xfrm>
          <a:prstGeom xmlns:a="http://schemas.openxmlformats.org/drawingml/2006/main" prst="rect">
            <a:avLst/>
          </a:prstGeom>
        </p:spPr>
      </p:pic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408A6F13-91C8-4F1D-BB9D-95F985E4C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620" y="1711960"/>
            <a:ext cx="83820" cy="33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40000"/>
              </a:lnSpc>
              <a:buNone/>
            </a:pPr>
            <a:r>
              <a:rPr sz="1300" b="1">
                <a:latin typeface="Arial"/>
                <a:ea typeface="Arial"/>
                <a:cs typeface="Arial"/>
              </a:rPr>
              <a:t>b</a:t>
            </a:r>
            <a:endParaRPr sz="1300" b="1">
              <a:latin typeface="Arial"/>
              <a:ea typeface="Arial"/>
              <a:cs typeface="Arial"/>
            </a:endParaRPr>
          </a:p>
        </p:txBody>
      </p:sp>
      <p:pic>
        <p:nvPicPr>
          <p:cNvPr id="39" name="No result S6 FAM178B DeepVelo_scv" descr="No result: bonemarrow FAM178B, DeepVelo_scv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5445200" y="2233900"/>
            <ns5:ext cx="558800" cy="406400"/>
          </ns5:xfrm>
          <ns6:prstGeom xmlns:ns6="http://schemas.openxmlformats.org/drawingml/2006/main" prst="rect">
            <ns6:avLst/>
          </ns6:prstGeom>
        </p:spPr>
      </p:pic>
    </p:spTree>
    <p:extLst>
      <p:ext uri="{BB962C8B-B14F-4D97-AF65-F5344CB8AC3E}">
        <p14:creationId xmlns:p14="http://schemas.microsoft.com/office/powerpoint/2010/main" val="216308694"/>
      </p:ext>
    </p:extLst>
  </p:cSld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2026-09-27T11:54:11.2620000Z</dcterms:created>
  <dcterms:modified xsi:type="dcterms:W3CDTF">2026-09-27T11:54:11.2620000Z</dcterms:modified>
</coreProperties>
</file>