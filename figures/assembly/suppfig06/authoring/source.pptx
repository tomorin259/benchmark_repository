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2894c05f548b0" /><Relationship Type="http://schemas.openxmlformats.org/officeDocument/2006/relationships/extended-properties" Target="/docProps/app.xml" Id="Red2712b7d1764a43" /><Relationship Type="http://schemas.openxmlformats.org/officeDocument/2006/relationships/officeDocument" Target="/ppt/presentation.xml" Id="Ra7629f9b4c444e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cf0954d94487b"/>
  </p:sldMasterIdLst>
  <p:notesMasterIdLst>
    <p:notesMasterId xmlns:r="http://schemas.openxmlformats.org/officeDocument/2006/relationships" r:id="Rbd217872bc4e4218"/>
  </p:notesMasterIdLst>
  <p:sldIdLst>
    <p:sldId xmlns:r="http://schemas.openxmlformats.org/officeDocument/2006/relationships" id="256" r:id="R671b646a0d074931"/>
  </p:sldIdLst>
  <p:sldSz cx="6858000" cy="99034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60000" cy="360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6835e96102439d" /><Relationship Type="http://schemas.openxmlformats.org/officeDocument/2006/relationships/slideMaster" Target="/ppt/slideMasters/slideMaster1.xml" Id="Ra76cf0954d94487b" /><Relationship Type="http://schemas.openxmlformats.org/officeDocument/2006/relationships/notesMaster" Target="/ppt/notesMasters/notesMaster1.xml" Id="Rbd217872bc4e4218" /><Relationship Type="http://schemas.openxmlformats.org/officeDocument/2006/relationships/presProps" Target="/ppt/presProps.xml" Id="Ra65ddce5dd3a4601" /><Relationship Type="http://schemas.openxmlformats.org/officeDocument/2006/relationships/viewProps" Target="/ppt/viewProps.xml" Id="R7b847db65c9641de" /><Relationship Type="http://schemas.openxmlformats.org/officeDocument/2006/relationships/tableStyles" Target="/ppt/tableStyles.xml" Id="Re23d1f6be912480a" /><Relationship Type="http://schemas.openxmlformats.org/officeDocument/2006/relationships/slide" Target="/ppt/slides/slide1.xml" Id="R671b646a0d0749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33aebb801949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30845affc2484a" /><Relationship Type="http://schemas.openxmlformats.org/officeDocument/2006/relationships/notesMaster" Target="/ppt/notesMasters/notesMaster1.xml" Id="R37055fa98b6d4b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refresh: 2026-09-09</a:t>
            </a:r>
          </a:p>
          <a:p xmlns:a="http://schemas.openxmlformats.org/drawingml/2006/main">
            <a:r>
              <a:t>Source package: /mnt/second19T/zhaozelin/velocity/benchmark_repository/evaluation/gene/figures/current_gene_assets_log1p005_20260909</a:t>
            </a:r>
          </a:p>
          <a:p xmlns:a="http://schemas.openxmlformats.org/drawingml/2006/main">
            <a:r>
              <a:t>This refresh changes embedded PPT images only; paper TeX/source content was not edited.</a:t>
            </a:r>
          </a:p>
          <a:p xmlns:a="http://schemas.openxmlformats.org/drawingml/2006/main">
            <a:r>
              <a:t>Supp. Fig. 6 fixed summary: /Users/tomorin/Downloads/test1_1/.pptx_update_build_20260909/assets/real/bonemarrow/summary_cbdir.png</a:t>
            </a:r>
          </a:p>
          <a:p xmlns:a="http://schemas.openxmlformats.org/drawingml/2006/main">
            <a:r>
              <a:t>Preserved: Only the summary image was refreshed to remove grid lines from unavailable heatmap cells; phase panels and layout were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dabd6d9ac45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53d7aa34e40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7de67c3ea45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3fe5c8a9d4e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867e5ad984d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2942ac4b14bf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45d909e6741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dc32043c144e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1af8513dd485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be89dfc424d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0bd4314ee41c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AC45C4-D945-4620-95BE-5C47910849D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4325" y="1320480"/>
            <a:ext cx="5512050" cy="3711901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BF435DD-7E77-4684-B1BE-B1B371C974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74325" y="5141554"/>
            <a:ext cx="5512050" cy="212628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BF92119A-457E-40C3-91AA-5C04D1626D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985CFFCA-98CC-4526-9E86-62D3C8F468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3C4F277D-E2F8-4FFE-86EE-15E7C361BC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DF6957-462E-41DE-A0D9-2953E499D4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3AD59A-7068-4C26-B75B-BC0E5859C49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52278"/>
            <a:ext cx="6170175" cy="687273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06D4325-717F-4FF1-AF4F-B819122DD2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01B0F7-9131-41E9-97F0-1478232506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977DDD5-A323-41D4-B0DD-37A022F634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507213-9B72-4F1F-99A2-B5010C0CD17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19825" y="5557453"/>
            <a:ext cx="4369950" cy="1107332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33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5D04490-0EAC-49ED-9B1E-74E30E4A2D8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19825" y="6664785"/>
            <a:ext cx="4369950" cy="1252896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A2D405-4974-4EA4-8493-84920E0EAA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067FAE0-6F60-4143-87BD-C383CE660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FF13084-F753-4E02-BC51-56576A7C8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CB1CC3F-A89C-40A7-BA1A-6F34A9DD2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83C22CB-4948-4F0C-AEC3-50A3318A5AE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67875"/>
            <a:ext cx="2911950" cy="685713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C65C445-9210-4B66-AE19-1EA6F83E6B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606525" y="2167875"/>
            <a:ext cx="2911950" cy="6857138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5654C60-638D-4624-98BC-CD3E2907F1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CC87FC8-424E-4BBD-AA1F-A2F632F08E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689E624-828C-4BA3-AF3B-F94F71772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317247C-E836-4BDD-B930-032B73B306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956FA66-6107-48EB-8913-0003D04325A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42225" y="2027509"/>
            <a:ext cx="3005100" cy="597855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0C32838-DFEF-4921-8570-BA119A3F58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225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841B9AD-63EC-4A37-BF8A-43F5A0C97C9C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07609" y="2027509"/>
            <a:ext cx="3005100" cy="597855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AC5B603-D946-423A-8173-8338C47F19D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07609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4A2542A-66CD-4414-BE16-3F0D5AB665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198D91F-E232-4359-8B16-E3C4560E55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9610E65-765D-47E5-A068-EDD03B4510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245F1C3-A646-4F02-B114-79F7E0F24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3FE27D7-7EC0-46AF-8FE2-12E24BA66D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42CA6F7-85B9-466E-A078-509B019E90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0F233F-BD32-4F86-8671-33C126F848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9319F77-F2F6-441A-BC42-57EA9AC423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8A09057-AAE6-4765-B025-1AE214C3AB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F92A80D-9B48-4B9E-840D-C81734FA8A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85D24AE-A832-407A-BC2D-B91BC9E5CE0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42225" y="2245856"/>
            <a:ext cx="2943606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32DBDEF-966E-47F0-B6CA-53E08CFBC8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2100" y="2245856"/>
            <a:ext cx="2940300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97ED118-B03D-46DE-950D-B51DE66373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80BA53-D304-43B6-BC19-1CA31BEC65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073F416-C3A7-4BF0-9994-900A4AFC6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0E990045-50F5-4038-A48C-4A7A8111B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959C8FD-4114-4DA8-8B2E-47B83AD1A27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57075" y="1320480"/>
            <a:ext cx="587250" cy="726264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305A3B6-ADD6-4520-AF41-4CC4A1E3B5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320480"/>
            <a:ext cx="5157675" cy="726264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8ACD558-C3E0-4432-90AD-73CE9CE00B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0B9EB4-0F04-4778-9179-1949FB34B6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3A8BBE9-505A-49E9-9699-BF2EF7C2DD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CC77625-AEC9-47CA-B29D-6725BA74EE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CD4DBE4-C576-40E4-B6F7-986F0395CA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54BA58F-276F-44EA-A8B4-DD88867F8B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B201B981-84BD-4104-B485-2A23E2ED819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42225" y="1117729"/>
            <a:ext cx="6172200" cy="79176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6D169F5-444D-4AF7-BE91-365400E7A4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39C2FAE-7D00-4AFE-AF9F-1075D89899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CCE11A4-BCD5-472B-8768-1A01B357B5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4FAD2ED-EFE0-4A6C-B557-E56F4EAFF0E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325" y="3462361"/>
            <a:ext cx="5512050" cy="1596013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8B0085CE-DAFF-4F29-8F68-6A633342E1B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4325" y="5141554"/>
            <a:ext cx="5512050" cy="727824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941d84775043a7" /><Relationship Type="http://schemas.openxmlformats.org/officeDocument/2006/relationships/slideLayout" Target="/ppt/slideLayouts/slideLayout1.xml" Id="R798d70bc82ed4d51" /><Relationship Type="http://schemas.openxmlformats.org/officeDocument/2006/relationships/slideLayout" Target="/ppt/slideLayouts/slideLayout2.xml" Id="Rc620112027444021" /><Relationship Type="http://schemas.openxmlformats.org/officeDocument/2006/relationships/slideLayout" Target="/ppt/slideLayouts/slideLayout3.xml" Id="Rfd5b4a0cb1f34076" /><Relationship Type="http://schemas.openxmlformats.org/officeDocument/2006/relationships/slideLayout" Target="/ppt/slideLayouts/slideLayout4.xml" Id="Rae57600710c94597" /><Relationship Type="http://schemas.openxmlformats.org/officeDocument/2006/relationships/slideLayout" Target="/ppt/slideLayouts/slideLayout5.xml" Id="R44ad079a80714970" /><Relationship Type="http://schemas.openxmlformats.org/officeDocument/2006/relationships/slideLayout" Target="/ppt/slideLayouts/slideLayout6.xml" Id="R722a3e29b3dc481b" /><Relationship Type="http://schemas.openxmlformats.org/officeDocument/2006/relationships/slideLayout" Target="/ppt/slideLayouts/slideLayout7.xml" Id="Rb102524cdf8146d6" /><Relationship Type="http://schemas.openxmlformats.org/officeDocument/2006/relationships/slideLayout" Target="/ppt/slideLayouts/slideLayout8.xml" Id="Rcec2cb253adb4f39" /><Relationship Type="http://schemas.openxmlformats.org/officeDocument/2006/relationships/slideLayout" Target="/ppt/slideLayouts/slideLayout9.xml" Id="R176605c59cc143e7" /><Relationship Type="http://schemas.openxmlformats.org/officeDocument/2006/relationships/slideLayout" Target="/ppt/slideLayouts/slideLayout10.xml" Id="Rcc89e5cc472349d2" /><Relationship Type="http://schemas.openxmlformats.org/officeDocument/2006/relationships/slideLayout" Target="/ppt/slideLayouts/slideLayout11.xml" Id="Rbc1d7d94dc2749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034633F-7124-4D2F-934A-BDBEB9778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1AF5A0E-6756-495D-8E68-7E7CFC1AE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225" y="2152278"/>
            <a:ext cx="6170175" cy="6872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0A5683E-2BE7-41DD-BEA2-969957B4442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42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0C4F5A1-4031-4E93-861E-68166786C05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15250" y="9118590"/>
            <a:ext cx="222750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FAD2169-6B21-41D4-BD19-8FBBF8C76DA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936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8d70bc82ed4d51"/>
    <p:sldLayoutId xmlns:r="http://schemas.openxmlformats.org/officeDocument/2006/relationships" id="2147483650" r:id="Rc620112027444021"/>
    <p:sldLayoutId xmlns:r="http://schemas.openxmlformats.org/officeDocument/2006/relationships" id="2147483651" r:id="Rfd5b4a0cb1f34076"/>
    <p:sldLayoutId xmlns:r="http://schemas.openxmlformats.org/officeDocument/2006/relationships" id="2147483652" r:id="Rae57600710c94597"/>
    <p:sldLayoutId xmlns:r="http://schemas.openxmlformats.org/officeDocument/2006/relationships" id="2147483653" r:id="R44ad079a80714970"/>
    <p:sldLayoutId xmlns:r="http://schemas.openxmlformats.org/officeDocument/2006/relationships" id="2147483654" r:id="R722a3e29b3dc481b"/>
    <p:sldLayoutId xmlns:r="http://schemas.openxmlformats.org/officeDocument/2006/relationships" id="2147483655" r:id="Rb102524cdf8146d6"/>
    <p:sldLayoutId xmlns:r="http://schemas.openxmlformats.org/officeDocument/2006/relationships" id="2147483656" r:id="Rcec2cb253adb4f39"/>
    <p:sldLayoutId xmlns:r="http://schemas.openxmlformats.org/officeDocument/2006/relationships" id="2147483657" r:id="R176605c59cc143e7"/>
    <p:sldLayoutId xmlns:r="http://schemas.openxmlformats.org/officeDocument/2006/relationships" id="2147483658" r:id="Rcc89e5cc472349d2"/>
    <p:sldLayoutId xmlns:r="http://schemas.openxmlformats.org/officeDocument/2006/relationships" id="2147483659" r:id="Rbc1d7d94dc274942"/>
  </p:sldLayoutIdLst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xmlns:a="http://schemas.openxmlformats.org/drawingml/2006/main"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4b81a9fb9494048"/><Relationship Type="http://schemas.openxmlformats.org/officeDocument/2006/relationships/image" Target="/ppt/media/image.png" Id="R0a8c977ddaf544de"/><Relationship Type="http://schemas.openxmlformats.org/officeDocument/2006/relationships/image" Target="/ppt/media/image2.png" Id="Rc5f4c851cdc34e7f"/><Relationship Type="http://schemas.openxmlformats.org/officeDocument/2006/relationships/image" Target="/ppt/media/image3.png" Id="R6803389786f8404a"/><Relationship Type="http://schemas.openxmlformats.org/officeDocument/2006/relationships/image" Target="/ppt/media/image4.png" Id="Rb9834384d9194aee"/><Relationship Type="http://schemas.openxmlformats.org/officeDocument/2006/relationships/notesSlide" Target="/ppt/notesSlides/notesSlide1.xml" Id="Rf4919d461af4486d"/><Relationship Id="rIdNoResult" Type="http://schemas.openxmlformats.org/officeDocument/2006/relationships/image" Target="../media/no_result_circle_slash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c977ddaf544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35" y="0"/>
            <a:ext cx="6778800" cy="180768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8ADD1D4-D993-49BC-8E24-AA43FE50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985" y="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>
                <a:latin typeface="Arial"/>
                <a:ea typeface="Arial"/>
                <a:cs typeface="Arial"/>
              </a:rPr>
              <a:t>a</a:t>
            </a:r>
            <a:endParaRPr sz="1300" b="1">
              <a:latin typeface="Arial"/>
              <a:ea typeface="Arial"/>
              <a:cs typeface="Arial"/>
            </a:endParaRPr>
          </a:p>
        </p:txBody>
      </p:sp>
      <p:pic>
        <p:nvPicPr>
          <p:cNvPr id="36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4c851cdc34e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1764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37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3389786f840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2736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3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34384d9194a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3708000"/>
            <a:ext cx="6778800" cy="11298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408A6F13-91C8-4F1D-BB9D-95F985E4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" y="171196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>
                <a:latin typeface="Arial"/>
                <a:ea typeface="Arial"/>
                <a:cs typeface="Arial"/>
              </a:rPr>
              <a:t>b</a:t>
            </a:r>
            <a:endParaRPr sz="1300" b="1">
              <a:latin typeface="Arial"/>
              <a:ea typeface="Arial"/>
              <a:cs typeface="Arial"/>
            </a:endParaRPr>
          </a:p>
        </p:txBody>
      </p:sp>
      <p:pic>
        <p:nvPicPr>
          <p:cNvPr id="39" name="No result S6 FAM178B DeepVelo_scv" descr="No result: bonemarrow FAM178B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2233900"/>
            <ns5:ext cx="558800" cy="406400"/>
          </ns5:xfrm>
          <ns6:prstGeom xmlns:ns6="http://schemas.openxmlformats.org/drawingml/2006/main" prst="rect">
            <ns6:avLst/>
          </ns6:prstGeom>
        </p:spPr>
      </p:pic>
    </p:spTree>
    <p:extLst>
      <p:ext uri="{BB962C8B-B14F-4D97-AF65-F5344CB8AC3E}">
        <p14:creationId xmlns:p14="http://schemas.microsoft.com/office/powerpoint/2010/main" val="216308694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2026-09-27T11:54:11.2620000Z</dcterms:created>
  <dcterms:modified xsi:type="dcterms:W3CDTF">2026-09-27T11:54:11.2620000Z</dcterms:modified>
</coreProperties>
</file>