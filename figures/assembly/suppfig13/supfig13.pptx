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Panel c"/>
          <p:cNvSpPr>
            <a:spLocks noGrp="1"/>
          </p:cNvSpPr>
          <p:nvPr/>
        </p:nvSpPr>
        <p:spPr>
          <a:xfrm>
            <a:off x="0" y="3785362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Panel d"/>
          <p:cNvSpPr>
            <a:spLocks noGrp="1"/>
          </p:cNvSpPr>
          <p:nvPr/>
        </p:nvSpPr>
        <p:spPr>
          <a:xfrm>
            <a:off x="0" y="5733034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" y="3959225"/>
            <a:ext cx="6506845" cy="1736725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" y="5970905"/>
            <a:ext cx="6492240" cy="2580005"/>
          </a:xfrm>
          <a:prstGeom prst="rect">
            <a:avLst/>
          </a:prstGeom>
        </p:spPr>
      </p:pic>
      <p:sp>
        <p:nvSpPr>
          <p:cNvPr id="19" name="Bone-marrow original condition"/>
          <p:cNvSpPr>
            <a:spLocks noGrp="1"/>
          </p:cNvSpPr>
          <p:nvPr/>
        </p:nvSpPr>
        <p:spPr>
          <a:xfrm>
            <a:off x="274320" y="5733034"/>
            <a:ext cx="21945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Original root (Mono_1)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Bone-marrow HSC condition"/>
          <p:cNvSpPr>
            <a:spLocks noGrp="1"/>
          </p:cNvSpPr>
          <p:nvPr/>
        </p:nvSpPr>
        <p:spPr>
          <a:xfrm>
            <a:off x="2514600" y="5733034"/>
            <a:ext cx="21945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HSC_1 root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Bone-marrow metric heading"/>
          <p:cNvSpPr>
            <a:spLocks noGrp="1"/>
          </p:cNvSpPr>
          <p:nvPr/>
        </p:nvSpPr>
        <p:spPr>
          <a:xfrm>
            <a:off x="4828032" y="5733034"/>
            <a:ext cx="17373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Cell-level scores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rcRect l="3966"/>
          <a:stretch>
            <a:fillRect/>
          </a:stretch>
        </p:blipFill>
        <p:spPr>
          <a:xfrm>
            <a:off x="131445" y="0"/>
            <a:ext cx="6724015" cy="3998595"/>
          </a:xfrm>
          <a:prstGeom prst="rect">
            <a:avLst/>
          </a:prstGeom>
        </p:spPr>
      </p:pic>
      <p:sp>
        <p:nvSpPr>
          <p:cNvPr id="2" name="Panel a"/>
          <p:cNvSpPr>
            <a:spLocks noGrp="1"/>
          </p:cNvSpPr>
          <p:nvPr/>
        </p:nvSpPr>
        <p:spPr>
          <a:xfrm>
            <a:off x="0" y="0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Panel b"/>
          <p:cNvSpPr>
            <a:spLocks noGrp="1"/>
          </p:cNvSpPr>
          <p:nvPr/>
        </p:nvSpPr>
        <p:spPr>
          <a:xfrm>
            <a:off x="1664335" y="0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WPS 演示</Application>
  <PresentationFormat>Converted Presentation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Arial</vt:lpstr>
      <vt:lpstr>Wingdings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1</cp:revision>
  <dcterms:created xsi:type="dcterms:W3CDTF">2026-10-01T13:22:20Z</dcterms:created>
  <dcterms:modified xsi:type="dcterms:W3CDTF">2026-10-01T13:22:20Z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B08CBE53B5BDC39D8C5EBE6AF708C547_42</vt:lpwstr>
  </property>
  <property fmtid="{D5CDD505-2E9C-101B-9397-08002B2CF9AE}" pid="3" name="KSOProductBuildVer">
    <vt:lpwstr>2052-12.1.26046.26046</vt:lpwstr>
  </property>
</Properties>
</file>