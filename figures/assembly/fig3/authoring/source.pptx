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bd846761f4ffe" /><Relationship Type="http://schemas.openxmlformats.org/officeDocument/2006/relationships/extended-properties" Target="/docProps/app.xml" Id="R443b2399ef014f12" /><Relationship Type="http://schemas.openxmlformats.org/officeDocument/2006/relationships/officeDocument" Target="/ppt/presentation.xml" Id="R226bdd6327d442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acf4c90af948c6"/>
  </p:sldMasterIdLst>
  <p:notesMasterIdLst>
    <p:notesMasterId xmlns:r="http://schemas.openxmlformats.org/officeDocument/2006/relationships" r:id="R2601b6c9271948f6"/>
  </p:notesMasterIdLst>
  <p:sldIdLst>
    <p:sldId xmlns:r="http://schemas.openxmlformats.org/officeDocument/2006/relationships" id="256" r:id="R2c4fc8a45e27498f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ec77f804c4a5c" /><Relationship Type="http://schemas.openxmlformats.org/officeDocument/2006/relationships/slideMaster" Target="/ppt/slideMasters/slideMaster1.xml" Id="R2facf4c90af948c6" /><Relationship Type="http://schemas.openxmlformats.org/officeDocument/2006/relationships/notesMaster" Target="/ppt/notesMasters/notesMaster1.xml" Id="R2601b6c9271948f6" /><Relationship Type="http://schemas.openxmlformats.org/officeDocument/2006/relationships/presProps" Target="/ppt/presProps.xml" Id="Rfbac8e6d50dd476e" /><Relationship Type="http://schemas.openxmlformats.org/officeDocument/2006/relationships/viewProps" Target="/ppt/viewProps.xml" Id="R03ab08fe6f0c4f49" /><Relationship Type="http://schemas.openxmlformats.org/officeDocument/2006/relationships/tableStyles" Target="/ppt/tableStyles.xml" Id="R40aa4fbfe95e4159" /><Relationship Type="http://schemas.openxmlformats.org/officeDocument/2006/relationships/slide" Target="/ppt/slides/slide1.xml" Id="R2c4fc8a45e27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a1b53aed643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5f3dfcd5634dbe" /><Relationship Type="http://schemas.openxmlformats.org/officeDocument/2006/relationships/notesMaster" Target="/ppt/notesMasters/notesMaster1.xml" Id="R20db70b16dc8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56b9e191545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9d2bff9244f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f8425cdf44d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df899711d4e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59674a1ca4c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49e120bd246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cdf14b49541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860f6369645d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4fd0570264f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e010dde6046b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a87d0c7bd4b8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D67B147-6A31-4FD6-BFC7-0C06238E34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2065A4-4842-42FA-9F9B-1965CE4BFA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00DFD496-4167-41E4-8E6E-AAAA9D8343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5FF9185B-A0BA-4827-886D-31E640F328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239334D0-8730-440E-B7D6-B7E03CB0B4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BDB545-5B8A-411D-98B7-3624EF45E0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BEF46B-5A21-434C-81D2-D4948EF3F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6A4FEB-312F-4C82-866A-14E061CDD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893414-B8FD-491E-9F2B-9CE919394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0BD4D3-AC68-47ED-AC85-8B18E736F8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5BC0E9-48FB-4351-A0F8-0033EFFA65E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CC34CE7-BC86-4955-ACAE-87F1FB9EF54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33B2A2-567E-4D62-AA22-BF6F394F3B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E37E662-A1BA-4D41-9BA8-CC3F7650CA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7C7AC1-0BBC-4562-8486-F51AFCF45F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F14977-F386-41E8-94EB-FD87A6781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C8B2BBF-2D96-40D9-BC3B-A34BA821E4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1BD92A2-0F2D-4C6F-8473-5E580CDC21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1E93FBB-E803-4C81-BE38-55001BABFF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0D5A06-2824-4FD1-B938-89A0D89E14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9089E08-5A79-4DFC-9957-2CAF98B99C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D6C77D3-AC4E-40A3-93FD-2F7DCB4F1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0B1A961-0604-4398-AC10-EA053677AD1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63900"/>
            <a:ext cx="3005100" cy="551066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4965DF5-5D3E-46C1-8375-4D18E6A844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83B3B5D-0F6D-448E-BC55-49765A2FB227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53111"/>
            <a:ext cx="3005100" cy="551066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FC5E34D-9607-4628-A092-BE43C526148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6482887-D17D-4834-9E12-269D5C97C6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A523C56-7503-40C1-B2EF-AAFE0F8A66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818E3E2-FEBB-4BEB-BE87-F8A33D86B4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F93C86-9EC2-42FC-A5FD-F7FD1FC9E7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5FD78BF-03CD-490E-9990-9C18559567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9688F14-347A-4A3E-B585-EF88CE68CE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F533FA2-BC17-435B-A31D-85B2EE90C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CDDE8C3-1BE5-4515-91A9-95DCEC454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DFDFBBB-5CA2-4750-9FDD-91A3CC4BC9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87CED0C-ACFA-427E-8060-D59736483E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9E11F55-3024-4D75-812E-A4D10F65F9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70F54D9-6B78-4456-A68D-6D7E60180F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2FB03E1-C93E-45DF-BA5E-52FED39913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AB2DDAA-3CF2-4C67-BB12-04735ED79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D407DFF-96B9-4BFC-9950-A076D89E23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2B84BB9E-E55C-4304-8DAF-82A4012D6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3A5D3F0-382C-479F-9388-B6B85053AEE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EBD7B1D-B99A-4D65-89D3-D09E3065CC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2FEC06-CC5E-4A0B-9EF8-8500452335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C2F959-5E32-4E2A-A4BE-2BD706DAAC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A85BE48-AB20-4CB8-8FEF-01897D164D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69688B7-225C-4937-9C37-7F2D02E2B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977AB9C-0CBC-4BC2-B21B-D8CC07644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CEB112-D391-428D-A322-C760902968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2767E6C-CF53-4E3D-874F-896D72F90DDB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571D4BF-D99A-4A9E-8C2C-EC4DB31BF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AA5C11C-BCBC-4B40-9B9D-77D03907DC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F1959C1-28AD-430C-827B-059FDC095E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87AB8C-65F7-48D4-AACD-B62B1E0133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587131"/>
            <a:ext cx="5512050" cy="147124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A1035271-B608-477D-8726-40B9B6F587E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68103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541e776dc477e" /><Relationship Type="http://schemas.openxmlformats.org/officeDocument/2006/relationships/slideLayout" Target="/ppt/slideLayouts/slideLayout1.xml" Id="Re58f677b705d44fd" /><Relationship Type="http://schemas.openxmlformats.org/officeDocument/2006/relationships/slideLayout" Target="/ppt/slideLayouts/slideLayout2.xml" Id="Rf1e9377c68414e87" /><Relationship Type="http://schemas.openxmlformats.org/officeDocument/2006/relationships/slideLayout" Target="/ppt/slideLayouts/slideLayout3.xml" Id="R79c8cef9b22d4036" /><Relationship Type="http://schemas.openxmlformats.org/officeDocument/2006/relationships/slideLayout" Target="/ppt/slideLayouts/slideLayout4.xml" Id="Rf6db756c960a42f2" /><Relationship Type="http://schemas.openxmlformats.org/officeDocument/2006/relationships/slideLayout" Target="/ppt/slideLayouts/slideLayout5.xml" Id="R1be07456242f4da2" /><Relationship Type="http://schemas.openxmlformats.org/officeDocument/2006/relationships/slideLayout" Target="/ppt/slideLayouts/slideLayout6.xml" Id="Rab1ef6c219f847e9" /><Relationship Type="http://schemas.openxmlformats.org/officeDocument/2006/relationships/slideLayout" Target="/ppt/slideLayouts/slideLayout7.xml" Id="R6594cf12054942da" /><Relationship Type="http://schemas.openxmlformats.org/officeDocument/2006/relationships/slideLayout" Target="/ppt/slideLayouts/slideLayout8.xml" Id="R3bac28e6ba27443f" /><Relationship Type="http://schemas.openxmlformats.org/officeDocument/2006/relationships/slideLayout" Target="/ppt/slideLayouts/slideLayout9.xml" Id="R82e5d0a448b24f3e" /><Relationship Type="http://schemas.openxmlformats.org/officeDocument/2006/relationships/slideLayout" Target="/ppt/slideLayouts/slideLayout10.xml" Id="R21793344f97448ba" /><Relationship Type="http://schemas.openxmlformats.org/officeDocument/2006/relationships/slideLayout" Target="/ppt/slideLayouts/slideLayout11.xml" Id="R07827194900540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4092FE3-06EE-468D-B4C2-44C96F878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0E6DCD7-CCEB-471C-BA1B-B50AFEF524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82B0CB-CE9C-4EB8-86F8-0ABF9C31C2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F7F31D4-4BEB-4A4D-94C6-1D2120A26D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6935849-74F8-4025-B832-EB39398CB2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f677b705d44fd"/>
    <p:sldLayoutId xmlns:r="http://schemas.openxmlformats.org/officeDocument/2006/relationships" id="2147483650" r:id="Rf1e9377c68414e87"/>
    <p:sldLayoutId xmlns:r="http://schemas.openxmlformats.org/officeDocument/2006/relationships" id="2147483651" r:id="R79c8cef9b22d4036"/>
    <p:sldLayoutId xmlns:r="http://schemas.openxmlformats.org/officeDocument/2006/relationships" id="2147483652" r:id="Rf6db756c960a42f2"/>
    <p:sldLayoutId xmlns:r="http://schemas.openxmlformats.org/officeDocument/2006/relationships" id="2147483653" r:id="R1be07456242f4da2"/>
    <p:sldLayoutId xmlns:r="http://schemas.openxmlformats.org/officeDocument/2006/relationships" id="2147483654" r:id="Rab1ef6c219f847e9"/>
    <p:sldLayoutId xmlns:r="http://schemas.openxmlformats.org/officeDocument/2006/relationships" id="2147483655" r:id="R6594cf12054942da"/>
    <p:sldLayoutId xmlns:r="http://schemas.openxmlformats.org/officeDocument/2006/relationships" id="2147483656" r:id="R3bac28e6ba27443f"/>
    <p:sldLayoutId xmlns:r="http://schemas.openxmlformats.org/officeDocument/2006/relationships" id="2147483657" r:id="R82e5d0a448b24f3e"/>
    <p:sldLayoutId xmlns:r="http://schemas.openxmlformats.org/officeDocument/2006/relationships" id="2147483658" r:id="R21793344f97448ba"/>
    <p:sldLayoutId xmlns:r="http://schemas.openxmlformats.org/officeDocument/2006/relationships" id="2147483659" r:id="R0782719490054005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2e8fbcd7a4bd9" /><Relationship Type="http://schemas.openxmlformats.org/officeDocument/2006/relationships/image" Target="/ppt/media/image.png" Id="R510b46b1c7ec4360" /><Relationship Type="http://schemas.openxmlformats.org/officeDocument/2006/relationships/image" Target="/ppt/media/image2.png" Id="Rb137f94f3e6945cc" /><Relationship Type="http://schemas.openxmlformats.org/officeDocument/2006/relationships/image" Target="/ppt/media/image3.png" Id="Rc6a9fd3bb7c54cde" /><Relationship Type="http://schemas.openxmlformats.org/officeDocument/2006/relationships/notesSlide" Target="/ppt/notesSlides/notesSlide1.xml" Id="R1084913065ae45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b46b1c7ec43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-6985" y="4663440"/>
            <a:ext cx="6858000" cy="2331720"/>
          </a:xfrm>
          <a:prstGeom xmlns:a="http://schemas.openxmlformats.org/drawingml/2006/main" prst="rect">
            <a:avLst/>
          </a:prstGeom>
        </p:spPr>
      </p:pic>
      <p:pic>
        <p:nvPicPr>
          <p:cNvPr id="3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7f94f3e69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2331720"/>
            <a:ext cx="6858000" cy="2331720"/>
          </a:xfrm>
          <a:prstGeom xmlns:a="http://schemas.openxmlformats.org/drawingml/2006/main" prst="rect">
            <a:avLst/>
          </a:prstGeom>
        </p:spPr>
      </p:pic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9fd3bb7c54c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6858000" cy="233172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369DD16-FC2D-4D0E-83AC-03CCB8F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/>
              <a:t>a</a:t>
            </a:r>
            <a:endParaRPr sz="1300" b="1"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D3F8E7EF-6D62-4139-B52C-8E4086C5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985" y="233172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/>
              <a:t>b</a:t>
            </a:r>
            <a:endParaRPr sz="1300" b="1"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8E6335-D288-4836-A4B1-D7B26336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3440"/>
            <a:ext cx="8382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40000"/>
              </a:lnSpc>
              <a:buNone/>
            </a:pPr>
            <a:r>
              <a:rPr sz="1300" b="1"/>
              <a:t>c</a:t>
            </a:r>
            <a:endParaRPr sz="1300" b="1"/>
          </a:p>
          <a:p xmlns:a="http://schemas.openxmlformats.org/drawingml/2006/main">
            <a:pPr>
              <a:lnSpc>
                <a:spcPct val="40000"/>
              </a:lnSpc>
              <a:buNone/>
            </a:pPr>
            <a:endParaRPr sz="1300" b="1"/>
          </a:p>
        </p:txBody>
      </p:sp>
    </p:spTree>
    <p:extLst>
      <p:ext uri="{BB962C8B-B14F-4D97-AF65-F5344CB8AC3E}">
        <p14:creationId xmlns:p14="http://schemas.microsoft.com/office/powerpoint/2010/main" val="1489615068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2026-09-28T09:18:26.3470000Z</dcterms:created>
  <dcterms:modified xsi:type="dcterms:W3CDTF">2026-09-28T09:18:26.3470000Z</dcterms:modified>
</coreProperties>
</file>