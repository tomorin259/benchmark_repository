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867bd846761f4ffe" /><Relationship Type="http://schemas.openxmlformats.org/officeDocument/2006/relationships/extended-properties" Target="/docProps/app.xml" Id="R443b2399ef014f12" /><Relationship Type="http://schemas.openxmlformats.org/officeDocument/2006/relationships/officeDocument" Target="/ppt/presentation.xml" Id="R226bdd6327d44228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2facf4c90af948c6"/>
  </p:sldMasterIdLst>
  <p:notesMasterIdLst>
    <p:notesMasterId xmlns:r="http://schemas.openxmlformats.org/officeDocument/2006/relationships" r:id="R2601b6c9271948f6"/>
  </p:notesMasterIdLst>
  <p:sldIdLst>
    <p:sldId xmlns:r="http://schemas.openxmlformats.org/officeDocument/2006/relationships" id="256" r:id="R2c4fc8a45e27498f"/>
  </p:sldIdLst>
  <p:sldSz cx="6858000" cy="990346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slideViewPr>
    <p:cSldViewPr snapToGrid="0" showGuides="0">
      <p:cViewPr>
        <p:scale>
          <a:sx xmlns:a="http://schemas.openxmlformats.org/drawingml/2006/main" n="1" d="1"/>
          <a:sy xmlns:a="http://schemas.openxmlformats.org/drawingml/2006/main" n="1" d="1"/>
        </p:scale>
        <p:origin x="0" y="0"/>
      </p:cViewPr>
      <p:guideLst/>
    </p:cSldViewPr>
  </p:slideViewPr>
  <p:gridSpacing cx="72008" cy="72008"/>
</p:viewPr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996ec77f804c4a5c" /><Relationship Type="http://schemas.openxmlformats.org/officeDocument/2006/relationships/slideMaster" Target="/ppt/slideMasters/slideMaster1.xml" Id="R2facf4c90af948c6" /><Relationship Type="http://schemas.openxmlformats.org/officeDocument/2006/relationships/notesMaster" Target="/ppt/notesMasters/notesMaster1.xml" Id="R2601b6c9271948f6" /><Relationship Type="http://schemas.openxmlformats.org/officeDocument/2006/relationships/presProps" Target="/ppt/presProps.xml" Id="Rfbac8e6d50dd476e" /><Relationship Type="http://schemas.openxmlformats.org/officeDocument/2006/relationships/viewProps" Target="/ppt/viewProps.xml" Id="R03ab08fe6f0c4f49" /><Relationship Type="http://schemas.openxmlformats.org/officeDocument/2006/relationships/tableStyles" Target="/ppt/tableStyles.xml" Id="R40aa4fbfe95e4159" /><Relationship Type="http://schemas.openxmlformats.org/officeDocument/2006/relationships/slide" Target="/ppt/slides/slide1.xml" Id="R2c4fc8a45e27498f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6bca1b53aed64332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WPS">
  <a:themeElements>
    <a:clrScheme name="WPS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874CB"/>
      </a:accent1>
      <a:accent2>
        <a:srgbClr val="EE822F"/>
      </a:accent2>
      <a:accent3>
        <a:srgbClr val="F2BA02"/>
      </a:accent3>
      <a:accent4>
        <a:srgbClr val="75BD42"/>
      </a:accent4>
      <a:accent5>
        <a:srgbClr val="30C0B4"/>
      </a:accent5>
      <a:accent6>
        <a:srgbClr val="E54C5E"/>
      </a:accent6>
      <a:hlink>
        <a:srgbClr val="0026E5"/>
      </a:hlink>
      <a:folHlink>
        <a:srgbClr val="7E1FAD"/>
      </a:folHlink>
    </a:clrScheme>
    <a:fontScheme name="WPS">
      <a:majorFont>
        <a:latin typeface="Arial"/>
        <a:ea typeface="微软雅黑"/>
        <a:cs typeface=""/>
      </a:majorFont>
      <a:minorFont>
        <a:latin typeface="Arial"/>
        <a:ea typeface="微软雅黑"/>
        <a:cs typeface=""/>
      </a:minorFont>
    </a:fontScheme>
    <a:fmtScheme name="WPS">
      <a:fillStyleLst>
        <a:solidFill>
          <a:schemeClr val="phClr"/>
        </a:solidFill>
        <a:gradFill>
          <a:gsLst>
            <a:gs pos="0">
              <a:schemeClr val="phClr">
                <a:lumOff val="17500"/>
              </a:schemeClr>
            </a:gs>
            <a:gs pos="100000">
              <a:schemeClr val="phClr"/>
            </a:gs>
          </a:gsLst>
          <a:lin ang="2700000" scaled="0"/>
        </a:gradFill>
        <a:gradFill>
          <a:gsLst>
            <a:gs pos="0">
              <a:schemeClr val="phClr"/>
            </a:gs>
            <a:gs pos="100000">
              <a:schemeClr val="phClr"/>
            </a:gs>
          </a:gsLst>
          <a:lin ang="2700000" scaled="0"/>
        </a:gradFill>
      </a:fillStyleLst>
      <a:lnStyleLst>
        <a:ln w="1270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2700">
          <a:gradFill>
            <a:gsLst>
              <a:gs pos="0">
                <a:schemeClr val="phClr"/>
              </a:gs>
              <a:gs pos="100000">
                <a:schemeClr val="phClr"/>
              </a:gs>
            </a:gsLst>
            <a:lin ang="2700000" scaled="1"/>
          </a:gradFill>
          <a:prstDash val="solid"/>
        </a:ln>
      </a:lnStyleLst>
      <a:effectStyleLst>
        <a:effectStyle>
          <a:effectLst>
            <a:outerShdw blurRad="101600" dist="50800" dir="5400000" algn="ctr" rotWithShape="0">
              <a:schemeClr val="phClr">
                <a:alpha val="60000"/>
              </a:schemeClr>
            </a:outerShdw>
          </a:effectLst>
        </a:effectStyle>
        <a:effectStyle>
          <a:effectLst>
            <a:reflection stA="50000" endA="300" endPos="40000" dist="25400" dir="5400000" sy="-100000" algn="bl" rotWithShape="0"/>
          </a:effectLst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615f3dfcd5634dbe" /><Relationship Type="http://schemas.openxmlformats.org/officeDocument/2006/relationships/notesMaster" Target="/ppt/notesMasters/notesMaster1.xml" Id="R20db70b16dc849c4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fb156b9e191545d1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3429d2bff9244ff9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ee1f8425cdf44df7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1e8df899711d4e09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a7759674a1ca4c72" /></Relationships>
</file>

<file path=ppt/slideLayouts/_rels/slideLayout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f9549e120bd24616" /></Relationships>
</file>

<file path=ppt/slideLayouts/_rels/slideLayout7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f6acdf14b495410d" /></Relationships>
</file>

<file path=ppt/slideLayouts/_rels/slideLayout8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3fe860f6369645de" /></Relationships>
</file>

<file path=ppt/slideLayouts/_rels/slideLayout9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ae44fd0570264f31" /></Relationships>
</file>

<file path=ppt/slideLayouts/_rels/slideLayout10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4e3e010dde6046bd" /></Relationships>
</file>

<file path=ppt/slideLayouts/_rels/slideLayout1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e78a87d0c7bd4b87" /></Relationships>
</file>

<file path=ppt/slideLayouts/slideLayout1.xml><?xml version="1.0" encoding="utf-8"?>
<p:sldLayout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标题 1">
            <a:extLst xmlns:a="http://schemas.openxmlformats.org/drawingml/2006/main">
              <a:ext uri="{FF2B5EF4-FFF2-40B4-BE49-F238E27FC236}">
                <a16:creationId xmlns:a16="http://schemas.microsoft.com/office/drawing/2014/main" id="{8D67B147-6A31-4FD6-BFC7-0C06238E3472}"/>
              </a:ext>
            </a:extLst>
          </p:cNvPr>
          <p:cNvSpPr>
            <a:spLocks xmlns:a="http://schemas.openxmlformats.org/drawingml/2006/main" noGrp="1"/>
          </p:cNvSpPr>
          <p:nvPr>
            <p:ph type="ctrTitle" idx="0"/>
          </p:nvPr>
        </p:nvSpPr>
        <p:spPr>
          <a:xfrm xmlns:a="http://schemas.openxmlformats.org/drawingml/2006/main">
            <a:off x="674325" y="1320480"/>
            <a:ext cx="5512050" cy="3711901"/>
          </a:xfrm>
        </p:spPr>
        <p:txBody>
          <a:bodyPr xmlns:a="http://schemas.openxmlformats.org/drawingml/2006/main" lIns="90000" tIns="46800" rIns="90000" bIns="46800" anchor="b">
            <a:normAutofit/>
          </a:bodyPr>
          <a:lstStyle xmlns:a="http://schemas.openxmlformats.org/drawingml/2006/main">
            <a:lvl1pPr algn="ctr">
              <a:buNone/>
              <a:defRPr sz="4500"/>
            </a:lvl1pPr>
          </a:lstStyle>
          <a:p xmlns:a="http://schemas.openxmlformats.org/drawingml/2006/main">
            <a:r>
              <a:t>单击此处编辑母版标题样式</a:t>
            </a:r>
            <a:endParaRPr/>
          </a:p>
        </p:txBody>
      </p:sp>
      <p:sp>
        <p:nvSpPr>
          <p:cNvPr id="3" name="副标题 2">
            <a:extLst xmlns:a="http://schemas.openxmlformats.org/drawingml/2006/main">
              <a:ext uri="{FF2B5EF4-FFF2-40B4-BE49-F238E27FC236}">
                <a16:creationId xmlns:a16="http://schemas.microsoft.com/office/drawing/2014/main" id="{062065A4-4842-42FA-9F9B-1965CE4BFA14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674325" y="5141554"/>
            <a:ext cx="5512050" cy="2126285"/>
          </a:xfrm>
        </p:spPr>
        <p:txBody>
          <a:bodyPr xmlns:a="http://schemas.openxmlformats.org/drawingml/2006/main" lIns="90000" tIns="46800" rIns="90000" bIns="46800">
            <a:normAutofit/>
          </a:bodyPr>
          <a:lstStyle xmlns:a="http://schemas.openxmlformats.org/drawingml/2006/main">
            <a:lvl1pPr marL="0" indent="0" algn="ctr">
              <a:lnSpc>
                <a:spcPct val="110000"/>
              </a:lnSpc>
              <a:buNone/>
              <a:defRPr sz="1800" spc="200"/>
            </a:lvl1pPr>
            <a:lvl2pPr marL="342900" indent="0" algn="ctr">
              <a:buNone/>
              <a:defRPr sz="1500"/>
            </a:lvl2pPr>
            <a:lvl3pPr marL="685800" indent="0" algn="ctr">
              <a:buNone/>
              <a:defRPr sz="1350"/>
            </a:lvl3pPr>
            <a:lvl4pPr marL="1028700" indent="0" algn="ctr">
              <a:buNone/>
              <a:defRPr sz="1200"/>
            </a:lvl4pPr>
            <a:lvl5pPr marL="1371600" indent="0" algn="ctr">
              <a:buNone/>
              <a:defRPr sz="1200"/>
            </a:lvl5pPr>
            <a:lvl6pPr marL="1714500" indent="0" algn="ctr">
              <a:buNone/>
              <a:defRPr sz="1200"/>
            </a:lvl6pPr>
            <a:lvl7pPr marL="2057400" indent="0" algn="ctr">
              <a:buNone/>
              <a:defRPr sz="1200"/>
            </a:lvl7pPr>
            <a:lvl8pPr marL="2400300" indent="0" algn="ctr">
              <a:buNone/>
              <a:defRPr sz="1200"/>
            </a:lvl8pPr>
            <a:lvl9pPr marL="2743200" indent="0" algn="ctr">
              <a:buNone/>
              <a:defRPr sz="1200"/>
            </a:lvl9pPr>
          </a:lstStyle>
          <a:p xmlns:a="http://schemas.openxmlformats.org/drawingml/2006/main">
            <a:r>
              <a:t>单击此处编辑母版副标题样式</a:t>
            </a:r>
            <a:endParaRPr/>
          </a:p>
        </p:txBody>
      </p:sp>
      <p:sp>
        <p:nvSpPr>
          <p:cNvPr id="16" name="日期占位符 15">
            <a:extLst xmlns:a="http://schemas.openxmlformats.org/drawingml/2006/main">
              <a:ext uri="{FF2B5EF4-FFF2-40B4-BE49-F238E27FC236}">
                <a16:creationId xmlns:a16="http://schemas.microsoft.com/office/drawing/2014/main" id="{00DFD496-4167-41E4-8E6E-AAAA9D8343D1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7" name="页脚占位符 16">
            <a:extLst xmlns:a="http://schemas.openxmlformats.org/drawingml/2006/main">
              <a:ext uri="{FF2B5EF4-FFF2-40B4-BE49-F238E27FC236}">
                <a16:creationId xmlns:a16="http://schemas.microsoft.com/office/drawing/2014/main" id="{5FF9185B-A0BA-4827-886D-31E640F3280C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8" name="灯片编号占位符 17">
            <a:extLst xmlns:a="http://schemas.openxmlformats.org/drawingml/2006/main">
              <a:ext uri="{FF2B5EF4-FFF2-40B4-BE49-F238E27FC236}">
                <a16:creationId xmlns:a16="http://schemas.microsoft.com/office/drawing/2014/main" id="{239334D0-8730-440E-B7D6-B7E03CB0B441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</p:spTree>
  </p:cSld>
</p:sldLayout>
</file>

<file path=ppt/slideLayouts/slideLayout2.xml><?xml version="1.0" encoding="utf-8"?>
<p:sldLayout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标题 1">
            <a:extLst xmlns:a="http://schemas.openxmlformats.org/drawingml/2006/main">
              <a:ext uri="{FF2B5EF4-FFF2-40B4-BE49-F238E27FC236}">
                <a16:creationId xmlns:a16="http://schemas.microsoft.com/office/drawing/2014/main" id="{30BDB545-5B8A-411D-98B7-3624EF45E04E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342225" y="878587"/>
            <a:ext cx="6170175" cy="1018953"/>
          </a:xfrm>
        </p:spPr>
        <p:txBody>
          <a:bodyPr xmlns:a="http://schemas.openxmlformats.org/drawingml/2006/main" vert="horz" lIns="90000" tIns="46800" rIns="90000" bIns="46800" anchor="ctr">
            <a:normAutofit/>
          </a:bodyPr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单击此处编辑母版标题样式</a:t>
            </a:r>
            <a:endParaRPr/>
          </a:p>
        </p:txBody>
      </p:sp>
      <p:sp>
        <p:nvSpPr>
          <p:cNvPr id="3" name="内容占位符 2">
            <a:extLst xmlns:a="http://schemas.openxmlformats.org/drawingml/2006/main">
              <a:ext uri="{FF2B5EF4-FFF2-40B4-BE49-F238E27FC236}">
                <a16:creationId xmlns:a16="http://schemas.microsoft.com/office/drawing/2014/main" id="{B0BEF46B-5A21-434C-81D2-D4948EF3FE71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342225" y="2152278"/>
            <a:ext cx="6170175" cy="6872735"/>
          </a:xfrm>
        </p:spPr>
        <p:txBody>
          <a:bodyPr xmlns:a="http://schemas.openxmlformats.org/drawingml/2006/main" vert="horz" lIns="90000" tIns="46800" rIns="90000" bIns="46800">
            <a:normAutofit/>
          </a:bodyPr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单击此处编辑母版文本样式</a:t>
            </a:r>
            <a:endParaRPr/>
          </a:p>
          <a:p xmlns:a="http://schemas.openxmlformats.org/drawingml/2006/main">
            <a:pPr lvl="1">
              <a:buNone/>
            </a:pPr>
            <a:r>
              <a:t>第二级</a:t>
            </a:r>
            <a:endParaRPr/>
          </a:p>
          <a:p xmlns:a="http://schemas.openxmlformats.org/drawingml/2006/main">
            <a:pPr lvl="2">
              <a:buNone/>
            </a:pPr>
            <a:r>
              <a:t>第三级</a:t>
            </a:r>
            <a:endParaRPr/>
          </a:p>
          <a:p xmlns:a="http://schemas.openxmlformats.org/drawingml/2006/main">
            <a:pPr lvl="3">
              <a:buNone/>
            </a:pPr>
            <a:r>
              <a:t>第四级</a:t>
            </a:r>
            <a:endParaRPr/>
          </a:p>
          <a:p xmlns:a="http://schemas.openxmlformats.org/drawingml/2006/main">
            <a:pPr lvl="4">
              <a:buNone/>
            </a:pPr>
            <a:r>
              <a:t>第五级</a:t>
            </a:r>
            <a:endParaRPr/>
          </a:p>
        </p:txBody>
      </p:sp>
      <p:sp>
        <p:nvSpPr>
          <p:cNvPr id="4" name="日期占位符 3">
            <a:extLst xmlns:a="http://schemas.openxmlformats.org/drawingml/2006/main">
              <a:ext uri="{FF2B5EF4-FFF2-40B4-BE49-F238E27FC236}">
                <a16:creationId xmlns:a16="http://schemas.microsoft.com/office/drawing/2014/main" id="{B26A4FEB-312F-4C82-866A-14E061CDD944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5" name="页脚占位符 4">
            <a:extLst xmlns:a="http://schemas.openxmlformats.org/drawingml/2006/main">
              <a:ext uri="{FF2B5EF4-FFF2-40B4-BE49-F238E27FC236}">
                <a16:creationId xmlns:a16="http://schemas.microsoft.com/office/drawing/2014/main" id="{2C893414-B8FD-491E-9F2B-9CE919394E15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灯片编号占位符 5">
            <a:extLst xmlns:a="http://schemas.openxmlformats.org/drawingml/2006/main">
              <a:ext uri="{FF2B5EF4-FFF2-40B4-BE49-F238E27FC236}">
                <a16:creationId xmlns:a16="http://schemas.microsoft.com/office/drawing/2014/main" id="{FB0BD4D3-AC68-47ED-AC85-8B18E736F84C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</p:spTree>
  </p:cSld>
</p:sldLayout>
</file>

<file path=ppt/slideLayouts/slideLayout3.xml><?xml version="1.0" encoding="utf-8"?>
<p:sldLayout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标题 1">
            <a:extLst xmlns:a="http://schemas.openxmlformats.org/drawingml/2006/main">
              <a:ext uri="{FF2B5EF4-FFF2-40B4-BE49-F238E27FC236}">
                <a16:creationId xmlns:a16="http://schemas.microsoft.com/office/drawing/2014/main" id="{6C5BC0E9-48FB-4351-A0F8-0033EFFA65E2}"/>
              </a:ext>
            </a:extLst>
          </p:cNvPr>
          <p:cNvSpPr>
            <a:spLocks xmlns:a="http://schemas.openxmlformats.org/drawingml/2006/main" noGrp="1"/>
          </p:cNvSpPr>
          <p:nvPr>
            <p:ph type="title" idx="0" hasCustomPrompt="1"/>
          </p:nvPr>
        </p:nvSpPr>
        <p:spPr>
          <a:xfrm xmlns:a="http://schemas.openxmlformats.org/drawingml/2006/main">
            <a:off x="1119825" y="5557453"/>
            <a:ext cx="4369950" cy="1107332"/>
          </a:xfrm>
        </p:spPr>
        <p:txBody>
          <a:bodyPr xmlns:a="http://schemas.openxmlformats.org/drawingml/2006/main" lIns="90000" tIns="46800" rIns="90000" bIns="46800" anchor="b">
            <a:normAutofit/>
          </a:bodyPr>
          <a:lstStyle xmlns:a="http://schemas.openxmlformats.org/drawingml/2006/main">
            <a:lvl1pPr>
              <a:buNone/>
              <a:defRPr sz="3300"/>
            </a:lvl1pPr>
          </a:lstStyle>
          <a:p xmlns:a="http://schemas.openxmlformats.org/drawingml/2006/main">
            <a:r>
              <a:t>单击此处编辑标题</a:t>
            </a:r>
            <a:endParaRPr/>
          </a:p>
        </p:txBody>
      </p:sp>
      <p:sp>
        <p:nvSpPr>
          <p:cNvPr id="3" name="文本占位符 2">
            <a:extLst xmlns:a="http://schemas.openxmlformats.org/drawingml/2006/main">
              <a:ext uri="{FF2B5EF4-FFF2-40B4-BE49-F238E27FC236}">
                <a16:creationId xmlns:a16="http://schemas.microsoft.com/office/drawing/2014/main" id="{7CC34CE7-BC86-4955-ACAE-87F1FB9EF549}"/>
              </a:ext>
            </a:extLst>
          </p:cNvPr>
          <p:cNvSpPr>
            <a:spLocks xmlns:a="http://schemas.openxmlformats.org/drawingml/2006/main" noGrp="1"/>
          </p:cNvSpPr>
          <p:nvPr>
            <p:ph type="body" idx="1" hasCustomPrompt="1"/>
          </p:nvPr>
        </p:nvSpPr>
        <p:spPr>
          <a:xfrm xmlns:a="http://schemas.openxmlformats.org/drawingml/2006/main">
            <a:off x="1119825" y="6664785"/>
            <a:ext cx="4369950" cy="1252896"/>
          </a:xfrm>
        </p:spPr>
        <p:txBody>
          <a:bodyPr xmlns:a="http://schemas.openxmlformats.org/drawingml/2006/main" lIns="90000" tIns="46800" rIns="90000" bIns="46800">
            <a:normAutofit/>
          </a:bodyPr>
          <a:lstStyle xmlns:a="http://schemas.openxmlformats.org/drawingml/2006/main">
            <a:lvl1pPr marL="0" indent="0">
              <a:buNone/>
              <a:defRPr sz="135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  <a:lvl2pPr marL="3429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9pPr>
          </a:lstStyle>
          <a:p xmlns:a="http://schemas.openxmlformats.org/drawingml/2006/main">
            <a:pPr lvl="0">
              <a:buNone/>
            </a:pPr>
            <a:r>
              <a:t>单击此处编辑文本</a:t>
            </a:r>
            <a:endParaRPr/>
          </a:p>
        </p:txBody>
      </p:sp>
      <p:sp>
        <p:nvSpPr>
          <p:cNvPr id="4" name="日期占位符 3">
            <a:extLst xmlns:a="http://schemas.openxmlformats.org/drawingml/2006/main">
              <a:ext uri="{FF2B5EF4-FFF2-40B4-BE49-F238E27FC236}">
                <a16:creationId xmlns:a16="http://schemas.microsoft.com/office/drawing/2014/main" id="{AE33B2A2-567E-4D62-AA22-BF6F394F3B03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5" name="页脚占位符 4">
            <a:extLst xmlns:a="http://schemas.openxmlformats.org/drawingml/2006/main">
              <a:ext uri="{FF2B5EF4-FFF2-40B4-BE49-F238E27FC236}">
                <a16:creationId xmlns:a16="http://schemas.microsoft.com/office/drawing/2014/main" id="{1E37E662-A1BA-4D41-9BA8-CC3F7650CA06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灯片编号占位符 5">
            <a:extLst xmlns:a="http://schemas.openxmlformats.org/drawingml/2006/main">
              <a:ext uri="{FF2B5EF4-FFF2-40B4-BE49-F238E27FC236}">
                <a16:creationId xmlns:a16="http://schemas.microsoft.com/office/drawing/2014/main" id="{E87C7AC1-0BBC-4562-8486-F51AFCF45FB6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</p:spTree>
  </p:cSld>
</p:sldLayout>
</file>

<file path=ppt/slideLayouts/slideLayout4.xml><?xml version="1.0" encoding="utf-8"?>
<p:sldLayout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标题 1">
            <a:extLst xmlns:a="http://schemas.openxmlformats.org/drawingml/2006/main">
              <a:ext uri="{FF2B5EF4-FFF2-40B4-BE49-F238E27FC236}">
                <a16:creationId xmlns:a16="http://schemas.microsoft.com/office/drawing/2014/main" id="{87F14977-F386-41E8-94EB-FD87A67810F3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342225" y="878587"/>
            <a:ext cx="6170175" cy="1018953"/>
          </a:xfrm>
        </p:spPr>
        <p:txBody>
          <a:bodyPr xmlns:a="http://schemas.openxmlformats.org/drawingml/2006/main" vert="horz" lIns="90000" tIns="46800" rIns="90000" bIns="46800" anchor="ctr">
            <a:normAutofit/>
          </a:bodyPr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单击此处编辑母版标题样式</a:t>
            </a:r>
            <a:endParaRPr/>
          </a:p>
        </p:txBody>
      </p:sp>
      <p:sp>
        <p:nvSpPr>
          <p:cNvPr id="3" name="内容占位符 2">
            <a:extLst xmlns:a="http://schemas.openxmlformats.org/drawingml/2006/main">
              <a:ext uri="{FF2B5EF4-FFF2-40B4-BE49-F238E27FC236}">
                <a16:creationId xmlns:a16="http://schemas.microsoft.com/office/drawing/2014/main" id="{2C8B2BBF-2D96-40D9-BC3B-A34BA821E455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342225" y="2167875"/>
            <a:ext cx="2911950" cy="6857138"/>
          </a:xfrm>
        </p:spPr>
        <p:txBody>
          <a:bodyPr xmlns:a="http://schemas.openxmlformats.org/drawingml/2006/main" vert="horz" lIns="90000" tIns="46800" rIns="90000" bIns="46800">
            <a:normAutofit/>
          </a:bodyPr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单击此处编辑母版文本样式</a:t>
            </a:r>
            <a:endParaRPr/>
          </a:p>
          <a:p xmlns:a="http://schemas.openxmlformats.org/drawingml/2006/main">
            <a:pPr lvl="1">
              <a:buNone/>
            </a:pPr>
            <a:r>
              <a:t>第二级</a:t>
            </a:r>
            <a:endParaRPr/>
          </a:p>
          <a:p xmlns:a="http://schemas.openxmlformats.org/drawingml/2006/main">
            <a:pPr lvl="2">
              <a:buNone/>
            </a:pPr>
            <a:r>
              <a:t>第三级</a:t>
            </a:r>
            <a:endParaRPr/>
          </a:p>
          <a:p xmlns:a="http://schemas.openxmlformats.org/drawingml/2006/main">
            <a:pPr lvl="3">
              <a:buNone/>
            </a:pPr>
            <a:r>
              <a:t>第四级</a:t>
            </a:r>
            <a:endParaRPr/>
          </a:p>
          <a:p xmlns:a="http://schemas.openxmlformats.org/drawingml/2006/main">
            <a:pPr lvl="4">
              <a:buNone/>
            </a:pPr>
            <a:r>
              <a:t>第五级</a:t>
            </a:r>
            <a:endParaRPr/>
          </a:p>
        </p:txBody>
      </p:sp>
      <p:sp>
        <p:nvSpPr>
          <p:cNvPr id="4" name="内容占位符 3">
            <a:extLst xmlns:a="http://schemas.openxmlformats.org/drawingml/2006/main">
              <a:ext uri="{FF2B5EF4-FFF2-40B4-BE49-F238E27FC236}">
                <a16:creationId xmlns:a16="http://schemas.microsoft.com/office/drawing/2014/main" id="{B1BD92A2-0F2D-4C6F-8473-5E580CDC21B8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3606525" y="2167875"/>
            <a:ext cx="2911950" cy="6857138"/>
          </a:xfrm>
        </p:spPr>
        <p:txBody>
          <a:bodyPr xmlns:a="http://schemas.openxmlformats.org/drawingml/2006/main" lIns="90000" tIns="46800" rIns="90000" bIns="46800">
            <a:normAutofit/>
          </a:bodyPr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单击此处编辑母版文本样式</a:t>
            </a:r>
            <a:endParaRPr/>
          </a:p>
          <a:p xmlns:a="http://schemas.openxmlformats.org/drawingml/2006/main">
            <a:pPr lvl="1">
              <a:buNone/>
            </a:pPr>
            <a:r>
              <a:t>第二级</a:t>
            </a:r>
            <a:endParaRPr/>
          </a:p>
          <a:p xmlns:a="http://schemas.openxmlformats.org/drawingml/2006/main">
            <a:pPr lvl="2">
              <a:buNone/>
            </a:pPr>
            <a:r>
              <a:t>第三级</a:t>
            </a:r>
            <a:endParaRPr/>
          </a:p>
          <a:p xmlns:a="http://schemas.openxmlformats.org/drawingml/2006/main">
            <a:pPr lvl="3">
              <a:buNone/>
            </a:pPr>
            <a:r>
              <a:t>第四级</a:t>
            </a:r>
            <a:endParaRPr/>
          </a:p>
          <a:p xmlns:a="http://schemas.openxmlformats.org/drawingml/2006/main">
            <a:pPr lvl="4">
              <a:buNone/>
            </a:pPr>
            <a:r>
              <a:t>第五级</a:t>
            </a:r>
            <a:endParaRPr/>
          </a:p>
        </p:txBody>
      </p:sp>
      <p:sp>
        <p:nvSpPr>
          <p:cNvPr id="5" name="日期占位符 4">
            <a:extLst xmlns:a="http://schemas.openxmlformats.org/drawingml/2006/main">
              <a:ext uri="{FF2B5EF4-FFF2-40B4-BE49-F238E27FC236}">
                <a16:creationId xmlns:a16="http://schemas.microsoft.com/office/drawing/2014/main" id="{81E93FBB-E803-4C81-BE38-55001BABFFD0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页脚占位符 5">
            <a:extLst xmlns:a="http://schemas.openxmlformats.org/drawingml/2006/main">
              <a:ext uri="{FF2B5EF4-FFF2-40B4-BE49-F238E27FC236}">
                <a16:creationId xmlns:a16="http://schemas.microsoft.com/office/drawing/2014/main" id="{6D0D5A06-2824-4FD1-B938-89A0D89E1421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7" name="灯片编号占位符 6">
            <a:extLst xmlns:a="http://schemas.openxmlformats.org/drawingml/2006/main">
              <a:ext uri="{FF2B5EF4-FFF2-40B4-BE49-F238E27FC236}">
                <a16:creationId xmlns:a16="http://schemas.microsoft.com/office/drawing/2014/main" id="{A9089E08-5A79-4DFC-9957-2CAF98B99C5F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</p:spTree>
  </p:cSld>
</p:sldLayout>
</file>

<file path=ppt/slideLayouts/slideLayout5.xml><?xml version="1.0" encoding="utf-8"?>
<p:sldLayout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标题 1">
            <a:extLst xmlns:a="http://schemas.openxmlformats.org/drawingml/2006/main">
              <a:ext uri="{FF2B5EF4-FFF2-40B4-BE49-F238E27FC236}">
                <a16:creationId xmlns:a16="http://schemas.microsoft.com/office/drawing/2014/main" id="{0D6C77D3-AC4E-40A3-93FD-2F7DCB4F11B4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342225" y="878587"/>
            <a:ext cx="6170175" cy="1018953"/>
          </a:xfrm>
        </p:spPr>
        <p:txBody>
          <a:bodyPr xmlns:a="http://schemas.openxmlformats.org/drawingml/2006/main" vert="horz" lIns="90000" tIns="46800" rIns="90000" bIns="46800" anchor="ctr">
            <a:normAutofit/>
          </a:bodyPr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单击此处编辑母版标题样式</a:t>
            </a:r>
            <a:endParaRPr/>
          </a:p>
        </p:txBody>
      </p:sp>
      <p:sp>
        <p:nvSpPr>
          <p:cNvPr id="3" name="文本占位符 2">
            <a:extLst xmlns:a="http://schemas.openxmlformats.org/drawingml/2006/main">
              <a:ext uri="{FF2B5EF4-FFF2-40B4-BE49-F238E27FC236}">
                <a16:creationId xmlns:a16="http://schemas.microsoft.com/office/drawing/2014/main" id="{B0B1A961-0604-4398-AC10-EA053677AD1B}"/>
              </a:ext>
            </a:extLst>
          </p:cNvPr>
          <p:cNvSpPr>
            <a:spLocks xmlns:a="http://schemas.openxmlformats.org/drawingml/2006/main" noGrp="1"/>
          </p:cNvSpPr>
          <p:nvPr>
            <p:ph type="body" idx="1" hasCustomPrompt="1"/>
          </p:nvPr>
        </p:nvSpPr>
        <p:spPr>
          <a:xfrm xmlns:a="http://schemas.openxmlformats.org/drawingml/2006/main">
            <a:off x="342225" y="2063900"/>
            <a:ext cx="3005100" cy="551066"/>
          </a:xfrm>
        </p:spPr>
        <p:txBody>
          <a:bodyPr xmlns:a="http://schemas.openxmlformats.org/drawingml/2006/main" lIns="101600" tIns="38100" rIns="76200" bIns="38100" anchor="t">
            <a:normAutofit/>
          </a:bodyPr>
          <a:lstStyle xmlns:a="http://schemas.openxmlformats.org/drawingml/2006/main">
            <a:lvl1pPr marL="0" indent="0">
              <a:lnSpc>
                <a:spcPct val="100000"/>
              </a:lnSpc>
              <a:buNone/>
              <a:defRPr sz="1500" b="1" spc="2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 xmlns:a="http://schemas.openxmlformats.org/drawingml/2006/main">
            <a:pPr lvl="0">
              <a:buNone/>
            </a:pPr>
            <a:r>
              <a:t>单击此处编辑文本</a:t>
            </a:r>
            <a:endParaRPr/>
          </a:p>
        </p:txBody>
      </p:sp>
      <p:sp>
        <p:nvSpPr>
          <p:cNvPr id="4" name="内容占位符 3">
            <a:extLst xmlns:a="http://schemas.openxmlformats.org/drawingml/2006/main">
              <a:ext uri="{FF2B5EF4-FFF2-40B4-BE49-F238E27FC236}">
                <a16:creationId xmlns:a16="http://schemas.microsoft.com/office/drawing/2014/main" id="{B4965DF5-5D3E-46C1-8375-4D18E6A844A5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342225" y="2677351"/>
            <a:ext cx="3005100" cy="6347662"/>
          </a:xfrm>
        </p:spPr>
        <p:txBody>
          <a:bodyPr xmlns:a="http://schemas.openxmlformats.org/drawingml/2006/main" vert="horz" lIns="101600" tIns="0" rIns="82550" bIns="0">
            <a:normAutofit/>
          </a:bodyPr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单击此处编辑母版文本样式</a:t>
            </a:r>
            <a:endParaRPr/>
          </a:p>
          <a:p xmlns:a="http://schemas.openxmlformats.org/drawingml/2006/main">
            <a:pPr lvl="1">
              <a:buNone/>
            </a:pPr>
            <a:r>
              <a:t>第二级</a:t>
            </a:r>
            <a:endParaRPr/>
          </a:p>
          <a:p xmlns:a="http://schemas.openxmlformats.org/drawingml/2006/main">
            <a:pPr lvl="2">
              <a:buNone/>
            </a:pPr>
            <a:r>
              <a:t>第三级</a:t>
            </a:r>
            <a:endParaRPr/>
          </a:p>
          <a:p xmlns:a="http://schemas.openxmlformats.org/drawingml/2006/main">
            <a:pPr lvl="3">
              <a:buNone/>
            </a:pPr>
            <a:r>
              <a:t>第四级</a:t>
            </a:r>
            <a:endParaRPr/>
          </a:p>
          <a:p xmlns:a="http://schemas.openxmlformats.org/drawingml/2006/main">
            <a:pPr lvl="4">
              <a:buNone/>
            </a:pPr>
            <a:r>
              <a:t>第五级</a:t>
            </a:r>
            <a:endParaRPr/>
          </a:p>
        </p:txBody>
      </p:sp>
      <p:sp>
        <p:nvSpPr>
          <p:cNvPr id="5" name="文本占位符 4">
            <a:extLst xmlns:a="http://schemas.openxmlformats.org/drawingml/2006/main">
              <a:ext uri="{FF2B5EF4-FFF2-40B4-BE49-F238E27FC236}">
                <a16:creationId xmlns:a16="http://schemas.microsoft.com/office/drawing/2014/main" id="{783B3B5D-0F6D-448E-BC55-49765A2FB227}"/>
              </a:ext>
            </a:extLst>
          </p:cNvPr>
          <p:cNvSpPr>
            <a:spLocks xmlns:a="http://schemas.openxmlformats.org/drawingml/2006/main" noGrp="1"/>
          </p:cNvSpPr>
          <p:nvPr>
            <p:ph type="body" idx="3" hasCustomPrompt="1"/>
          </p:nvPr>
        </p:nvSpPr>
        <p:spPr>
          <a:xfrm xmlns:a="http://schemas.openxmlformats.org/drawingml/2006/main">
            <a:off x="3507609" y="2053111"/>
            <a:ext cx="3005100" cy="551066"/>
          </a:xfrm>
        </p:spPr>
        <p:txBody>
          <a:bodyPr xmlns:a="http://schemas.openxmlformats.org/drawingml/2006/main" vert="horz" lIns="101600" tIns="38100" rIns="76200" bIns="38100" anchor="t">
            <a:normAutofit/>
          </a:bodyPr>
          <a:lstStyle xmlns:a="http://schemas.openxmlformats.org/drawingml/2006/main">
            <a:lvl1pPr marL="0" indent="0">
              <a:lnSpc>
                <a:spcPct val="100000"/>
              </a:lnSpc>
              <a:buNone/>
              <a:defRPr sz="1500" b="1" spc="2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 xmlns:a="http://schemas.openxmlformats.org/drawingml/2006/main">
            <a:pPr lvl="0">
              <a:buNone/>
            </a:pPr>
            <a:r>
              <a:t>单击此处编辑文本</a:t>
            </a:r>
            <a:endParaRPr/>
          </a:p>
        </p:txBody>
      </p:sp>
      <p:sp>
        <p:nvSpPr>
          <p:cNvPr id="6" name="内容占位符 5">
            <a:extLst xmlns:a="http://schemas.openxmlformats.org/drawingml/2006/main">
              <a:ext uri="{FF2B5EF4-FFF2-40B4-BE49-F238E27FC236}">
                <a16:creationId xmlns:a16="http://schemas.microsoft.com/office/drawing/2014/main" id="{AFC5E34D-9607-4628-A092-BE43C526148A}"/>
              </a:ext>
            </a:extLst>
          </p:cNvPr>
          <p:cNvSpPr>
            <a:spLocks xmlns:a="http://schemas.openxmlformats.org/drawingml/2006/main" noGrp="1"/>
          </p:cNvSpPr>
          <p:nvPr>
            <p:ph idx="4"/>
          </p:nvPr>
        </p:nvSpPr>
        <p:spPr>
          <a:xfrm xmlns:a="http://schemas.openxmlformats.org/drawingml/2006/main">
            <a:off x="3507609" y="2677351"/>
            <a:ext cx="3005100" cy="6347662"/>
          </a:xfrm>
        </p:spPr>
        <p:txBody>
          <a:bodyPr xmlns:a="http://schemas.openxmlformats.org/drawingml/2006/main" vert="horz" lIns="101600" tIns="0" rIns="82550" bIns="0">
            <a:normAutofit/>
          </a:bodyPr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单击此处编辑母版文本样式</a:t>
            </a:r>
            <a:endParaRPr/>
          </a:p>
          <a:p xmlns:a="http://schemas.openxmlformats.org/drawingml/2006/main">
            <a:pPr lvl="1">
              <a:buNone/>
            </a:pPr>
            <a:r>
              <a:t>第二级</a:t>
            </a:r>
            <a:endParaRPr/>
          </a:p>
          <a:p xmlns:a="http://schemas.openxmlformats.org/drawingml/2006/main">
            <a:pPr lvl="2">
              <a:buNone/>
            </a:pPr>
            <a:r>
              <a:t>第三级</a:t>
            </a:r>
            <a:endParaRPr/>
          </a:p>
          <a:p xmlns:a="http://schemas.openxmlformats.org/drawingml/2006/main">
            <a:pPr lvl="3">
              <a:buNone/>
            </a:pPr>
            <a:r>
              <a:t>第四级</a:t>
            </a:r>
            <a:endParaRPr/>
          </a:p>
          <a:p xmlns:a="http://schemas.openxmlformats.org/drawingml/2006/main">
            <a:pPr lvl="4">
              <a:buNone/>
            </a:pPr>
            <a:r>
              <a:t>第五级</a:t>
            </a:r>
            <a:endParaRPr/>
          </a:p>
        </p:txBody>
      </p:sp>
      <p:sp>
        <p:nvSpPr>
          <p:cNvPr id="7" name="日期占位符 6">
            <a:extLst xmlns:a="http://schemas.openxmlformats.org/drawingml/2006/main">
              <a:ext uri="{FF2B5EF4-FFF2-40B4-BE49-F238E27FC236}">
                <a16:creationId xmlns:a16="http://schemas.microsoft.com/office/drawing/2014/main" id="{16482887-D17D-4834-9E12-269D5C97C614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8" name="页脚占位符 7">
            <a:extLst xmlns:a="http://schemas.openxmlformats.org/drawingml/2006/main">
              <a:ext uri="{FF2B5EF4-FFF2-40B4-BE49-F238E27FC236}">
                <a16:creationId xmlns:a16="http://schemas.microsoft.com/office/drawing/2014/main" id="{EA523C56-7503-40C1-B2EF-AAFE0F8A6660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9" name="灯片编号占位符 8">
            <a:extLst xmlns:a="http://schemas.openxmlformats.org/drawingml/2006/main">
              <a:ext uri="{FF2B5EF4-FFF2-40B4-BE49-F238E27FC236}">
                <a16:creationId xmlns:a16="http://schemas.microsoft.com/office/drawing/2014/main" id="{A818E3E2-FEBB-4BEB-BE87-F8A33D86B4B4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</p:spTree>
  </p:cSld>
</p:sldLayout>
</file>

<file path=ppt/slideLayouts/slideLayout6.xml><?xml version="1.0" encoding="utf-8"?>
<p:sldLayout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标题 1">
            <a:extLst xmlns:a="http://schemas.openxmlformats.org/drawingml/2006/main">
              <a:ext uri="{FF2B5EF4-FFF2-40B4-BE49-F238E27FC236}">
                <a16:creationId xmlns:a16="http://schemas.microsoft.com/office/drawing/2014/main" id="{87F93C86-9EC2-42FC-A5FD-F7FD1FC9E7F7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342225" y="878587"/>
            <a:ext cx="6170175" cy="1018953"/>
          </a:xfrm>
        </p:spPr>
        <p:txBody>
          <a:bodyPr xmlns:a="http://schemas.openxmlformats.org/drawingml/2006/main" vert="horz" lIns="90000" tIns="46800" rIns="90000" bIns="46800" anchor="ctr">
            <a:normAutofit/>
          </a:bodyPr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单击此处编辑母版标题样式</a:t>
            </a:r>
            <a:endParaRPr/>
          </a:p>
        </p:txBody>
      </p:sp>
      <p:sp>
        <p:nvSpPr>
          <p:cNvPr id="3" name="日期占位符 2">
            <a:extLst xmlns:a="http://schemas.openxmlformats.org/drawingml/2006/main">
              <a:ext uri="{FF2B5EF4-FFF2-40B4-BE49-F238E27FC236}">
                <a16:creationId xmlns:a16="http://schemas.microsoft.com/office/drawing/2014/main" id="{A5FD78BF-03CD-490E-9990-9C1855956721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页脚占位符 3">
            <a:extLst xmlns:a="http://schemas.openxmlformats.org/drawingml/2006/main">
              <a:ext uri="{FF2B5EF4-FFF2-40B4-BE49-F238E27FC236}">
                <a16:creationId xmlns:a16="http://schemas.microsoft.com/office/drawing/2014/main" id="{19688F14-347A-4A3E-B585-EF88CE68CEC1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5" name="灯片编号占位符 4">
            <a:extLst xmlns:a="http://schemas.openxmlformats.org/drawingml/2006/main">
              <a:ext uri="{FF2B5EF4-FFF2-40B4-BE49-F238E27FC236}">
                <a16:creationId xmlns:a16="http://schemas.microsoft.com/office/drawing/2014/main" id="{0F533FA2-BC17-435B-A31D-85B2EE90CFE5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</p:spTree>
  </p:cSld>
</p:sldLayout>
</file>

<file path=ppt/slideLayouts/slideLayout7.xml><?xml version="1.0" encoding="utf-8"?>
<p:sldLayout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日期占位符 1">
            <a:extLst xmlns:a="http://schemas.openxmlformats.org/drawingml/2006/main">
              <a:ext uri="{FF2B5EF4-FFF2-40B4-BE49-F238E27FC236}">
                <a16:creationId xmlns:a16="http://schemas.microsoft.com/office/drawing/2014/main" id="{8CDDE8C3-1BE5-4515-91A9-95DCEC454062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3" name="页脚占位符 2">
            <a:extLst xmlns:a="http://schemas.openxmlformats.org/drawingml/2006/main">
              <a:ext uri="{FF2B5EF4-FFF2-40B4-BE49-F238E27FC236}">
                <a16:creationId xmlns:a16="http://schemas.microsoft.com/office/drawing/2014/main" id="{0DFDFBBB-5CA2-4750-9FDD-91A3CC4BC9DB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灯片编号占位符 3">
            <a:extLst xmlns:a="http://schemas.openxmlformats.org/drawingml/2006/main">
              <a:ext uri="{FF2B5EF4-FFF2-40B4-BE49-F238E27FC236}">
                <a16:creationId xmlns:a16="http://schemas.microsoft.com/office/drawing/2014/main" id="{E87CED0C-ACFA-427E-8060-D59736483EA1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</p:spTree>
  </p:cSld>
</p:sldLayout>
</file>

<file path=ppt/slideLayouts/slideLayout8.xml><?xml version="1.0" encoding="utf-8"?>
<p:sldLayout xmlns:p="http://schemas.openxmlformats.org/presentationml/2006/main" preserve="1" userDrawn="1">
  <p:cSld name="图片与标题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图片占位符 2">
            <a:extLst xmlns:a="http://schemas.openxmlformats.org/drawingml/2006/main">
              <a:ext uri="{FF2B5EF4-FFF2-40B4-BE49-F238E27FC236}">
                <a16:creationId xmlns:a16="http://schemas.microsoft.com/office/drawing/2014/main" id="{39E11F55-3024-4D75-812E-A4D10F65F97B}"/>
              </a:ext>
            </a:extLst>
          </p:cNvPr>
          <p:cNvSpPr>
            <a:spLocks xmlns:a="http://schemas.openxmlformats.org/drawingml/2006/main" noGrp="1"/>
          </p:cNvSpPr>
          <p:nvPr>
            <p:ph type="pic" idx="1"/>
          </p:nvPr>
        </p:nvSpPr>
        <p:spPr>
          <a:xfrm xmlns:a="http://schemas.openxmlformats.org/drawingml/2006/main">
            <a:off x="342225" y="2245856"/>
            <a:ext cx="2943606" cy="6654388"/>
          </a:xfrm>
        </p:spPr>
        <p:txBody>
          <a:bodyPr xmlns:a="http://schemas.openxmlformats.org/drawingml/2006/main" vert="horz" lIns="90000" tIns="46800" rIns="90000" bIns="46800">
            <a:normAutofit/>
          </a:bodyPr>
          <a:lstStyle xmlns:a="http://schemas.openxmlformats.org/drawingml/2006/main">
            <a:lvl1pPr>
              <a:buNone/>
              <a:defRPr sz="1200"/>
            </a:lvl1pPr>
          </a:lstStyle>
          <a:p xmlns:a="http://schemas.openxmlformats.org/drawingml/2006/main">
            <a:pPr lvl="0">
              <a:buNone/>
            </a:pPr>
            <a:endParaRPr/>
          </a:p>
        </p:txBody>
      </p:sp>
      <p:sp>
        <p:nvSpPr>
          <p:cNvPr id="4" name="文本占位符 3">
            <a:extLst xmlns:a="http://schemas.openxmlformats.org/drawingml/2006/main">
              <a:ext uri="{FF2B5EF4-FFF2-40B4-BE49-F238E27FC236}">
                <a16:creationId xmlns:a16="http://schemas.microsoft.com/office/drawing/2014/main" id="{970F54D9-6B78-4456-A68D-6D7E60180FCC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3572100" y="2245856"/>
            <a:ext cx="2940300" cy="6654388"/>
          </a:xfrm>
        </p:spPr>
        <p:txBody>
          <a:bodyPr xmlns:a="http://schemas.openxmlformats.org/drawingml/2006/main" vert="horz" lIns="90000" tIns="46800" rIns="90000" bIns="46800">
            <a:normAutofit/>
          </a:bodyPr>
          <a:lstStyle xmlns:a="http://schemas.openxmlformats.org/drawingml/2006/main">
            <a:lvl1pPr>
              <a:buNone/>
              <a:defRPr sz="1200"/>
            </a:lvl1pPr>
          </a:lstStyle>
          <a:p xmlns:a="http://schemas.openxmlformats.org/drawingml/2006/main">
            <a:pPr lvl="0">
              <a:buNone/>
            </a:pPr>
            <a:r>
              <a:t>单击此处编辑母版文本样式</a:t>
            </a:r>
            <a:endParaRPr/>
          </a:p>
        </p:txBody>
      </p:sp>
      <p:sp>
        <p:nvSpPr>
          <p:cNvPr id="5" name="日期占位符 4">
            <a:extLst xmlns:a="http://schemas.openxmlformats.org/drawingml/2006/main">
              <a:ext uri="{FF2B5EF4-FFF2-40B4-BE49-F238E27FC236}">
                <a16:creationId xmlns:a16="http://schemas.microsoft.com/office/drawing/2014/main" id="{92FB03E1-C93E-45DF-BA5E-52FED3991308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页脚占位符 5">
            <a:extLst xmlns:a="http://schemas.openxmlformats.org/drawingml/2006/main">
              <a:ext uri="{FF2B5EF4-FFF2-40B4-BE49-F238E27FC236}">
                <a16:creationId xmlns:a16="http://schemas.microsoft.com/office/drawing/2014/main" id="{0AB2DDAA-3CF2-4C67-BB12-04735ED791A3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7" name="灯片编号占位符 6">
            <a:extLst xmlns:a="http://schemas.openxmlformats.org/drawingml/2006/main">
              <a:ext uri="{FF2B5EF4-FFF2-40B4-BE49-F238E27FC236}">
                <a16:creationId xmlns:a16="http://schemas.microsoft.com/office/drawing/2014/main" id="{7D407DFF-96B9-4BFC-9950-A076D89E230F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9" name="标题 8">
            <a:extLst xmlns:a="http://schemas.openxmlformats.org/drawingml/2006/main">
              <a:ext uri="{FF2B5EF4-FFF2-40B4-BE49-F238E27FC236}">
                <a16:creationId xmlns:a16="http://schemas.microsoft.com/office/drawing/2014/main" id="{2B84BB9E-E55C-4304-8DAF-82A4012D680C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单击此处编辑母版标题样式</a:t>
            </a:r>
            <a:endParaRPr/>
          </a:p>
        </p:txBody>
      </p:sp>
    </p:spTree>
  </p:cSld>
</p:sldLayout>
</file>

<file path=ppt/slideLayouts/slideLayout9.xml><?xml version="1.0" encoding="utf-8"?>
<p:sldLayout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竖排标题 1">
            <a:extLst xmlns:a="http://schemas.openxmlformats.org/drawingml/2006/main">
              <a:ext uri="{FF2B5EF4-FFF2-40B4-BE49-F238E27FC236}">
                <a16:creationId xmlns:a16="http://schemas.microsoft.com/office/drawing/2014/main" id="{13A5D3F0-382C-479F-9388-B6B85053AEE7}"/>
              </a:ext>
            </a:extLst>
          </p:cNvPr>
          <p:cNvSpPr>
            <a:spLocks xmlns:a="http://schemas.openxmlformats.org/drawingml/2006/main" noGrp="1"/>
          </p:cNvSpPr>
          <p:nvPr>
            <p:ph type="title" idx="0" hasCustomPrompt="1"/>
          </p:nvPr>
        </p:nvSpPr>
        <p:spPr>
          <a:xfrm xmlns:a="http://schemas.openxmlformats.org/drawingml/2006/main">
            <a:off x="5757075" y="1320480"/>
            <a:ext cx="587250" cy="7262640"/>
          </a:xfrm>
        </p:spPr>
        <p:txBody>
          <a:bodyPr xmlns:a="http://schemas.openxmlformats.org/drawingml/2006/main" vert="eaVert" lIns="90000" tIns="46800" rIns="90000" bIns="46800" anchor="ctr">
            <a:normAutofit/>
          </a:bodyPr>
          <a:lstStyle xmlns:a="http://schemas.openxmlformats.org/drawingml/2006/main">
            <a:lvl1pPr>
              <a:buNone/>
              <a:defRPr sz="2100"/>
            </a:lvl1pPr>
          </a:lstStyle>
          <a:p xmlns:a="http://schemas.openxmlformats.org/drawingml/2006/main">
            <a:pPr lvl="0">
              <a:buNone/>
            </a:pPr>
            <a:r>
              <a:t>单击此处编辑标题</a:t>
            </a:r>
            <a:endParaRPr/>
          </a:p>
        </p:txBody>
      </p:sp>
      <p:sp>
        <p:nvSpPr>
          <p:cNvPr id="3" name="竖排文字占位符 2">
            <a:extLst xmlns:a="http://schemas.openxmlformats.org/drawingml/2006/main">
              <a:ext uri="{FF2B5EF4-FFF2-40B4-BE49-F238E27FC236}">
                <a16:creationId xmlns:a16="http://schemas.microsoft.com/office/drawing/2014/main" id="{6EBD7B1D-B99A-4D65-89D3-D09E3065CC2B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514350" y="1320480"/>
            <a:ext cx="5157675" cy="7262640"/>
          </a:xfrm>
        </p:spPr>
        <p:txBody>
          <a:bodyPr xmlns:a="http://schemas.openxmlformats.org/drawingml/2006/main" vert="eaVert" lIns="46800" tIns="46800" rIns="46800" bIns="46800"/>
          <a:lstStyle xmlns:a="http://schemas.openxmlformats.org/drawingml/2006/main">
            <a:lvl1pPr marL="171450" indent="-171450">
              <a:spcAft>
                <a:spcPts val="1000"/>
              </a:spcAft>
              <a:buNone/>
              <a:defRPr spc="300"/>
            </a:lvl1pPr>
            <a:lvl2pPr marL="514350" indent="-171450">
              <a:buNone/>
              <a:defRPr spc="300"/>
            </a:lvl2pPr>
            <a:lvl3pPr marL="857250" indent="-171450">
              <a:buNone/>
              <a:defRPr spc="300"/>
            </a:lvl3pPr>
            <a:lvl4pPr marL="1200150" indent="-171450">
              <a:buNone/>
              <a:defRPr spc="300"/>
            </a:lvl4pPr>
            <a:lvl5pPr marL="1543050" indent="-171450">
              <a:buNone/>
              <a:defRPr spc="300"/>
            </a:lvl5pPr>
          </a:lstStyle>
          <a:p xmlns:a="http://schemas.openxmlformats.org/drawingml/2006/main">
            <a:pPr lvl="0">
              <a:buNone/>
            </a:pPr>
            <a:r>
              <a:t>单击此处编辑母版文本样式</a:t>
            </a:r>
            <a:endParaRPr/>
          </a:p>
          <a:p xmlns:a="http://schemas.openxmlformats.org/drawingml/2006/main">
            <a:pPr lvl="1">
              <a:buNone/>
            </a:pPr>
            <a:r>
              <a:t>第二级</a:t>
            </a:r>
            <a:endParaRPr/>
          </a:p>
          <a:p xmlns:a="http://schemas.openxmlformats.org/drawingml/2006/main">
            <a:pPr lvl="2">
              <a:buNone/>
            </a:pPr>
            <a:r>
              <a:t>第三级</a:t>
            </a:r>
            <a:endParaRPr/>
          </a:p>
          <a:p xmlns:a="http://schemas.openxmlformats.org/drawingml/2006/main">
            <a:pPr lvl="3">
              <a:buNone/>
            </a:pPr>
            <a:r>
              <a:t>第四级</a:t>
            </a:r>
            <a:endParaRPr/>
          </a:p>
          <a:p xmlns:a="http://schemas.openxmlformats.org/drawingml/2006/main">
            <a:pPr lvl="4">
              <a:buNone/>
            </a:pPr>
            <a:r>
              <a:t>第五级</a:t>
            </a:r>
            <a:endParaRPr/>
          </a:p>
        </p:txBody>
      </p:sp>
      <p:sp>
        <p:nvSpPr>
          <p:cNvPr id="4" name="日期占位符 3">
            <a:extLst xmlns:a="http://schemas.openxmlformats.org/drawingml/2006/main">
              <a:ext uri="{FF2B5EF4-FFF2-40B4-BE49-F238E27FC236}">
                <a16:creationId xmlns:a16="http://schemas.microsoft.com/office/drawing/2014/main" id="{FC2FEC06-CC5E-4A0B-9EF8-850045233585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5" name="页脚占位符 4">
            <a:extLst xmlns:a="http://schemas.openxmlformats.org/drawingml/2006/main">
              <a:ext uri="{FF2B5EF4-FFF2-40B4-BE49-F238E27FC236}">
                <a16:creationId xmlns:a16="http://schemas.microsoft.com/office/drawing/2014/main" id="{30C2F959-5E32-4E2A-A4BE-2BD706DAAC4B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灯片编号占位符 5">
            <a:extLst xmlns:a="http://schemas.openxmlformats.org/drawingml/2006/main">
              <a:ext uri="{FF2B5EF4-FFF2-40B4-BE49-F238E27FC236}">
                <a16:creationId xmlns:a16="http://schemas.microsoft.com/office/drawing/2014/main" id="{3A85BE48-AB20-4CB8-8FEF-01897D164D59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</p:spTree>
  </p:cSld>
</p:sldLayout>
</file>

<file path=ppt/slideLayouts/slideLayout10.xml><?xml version="1.0" encoding="utf-8"?>
<p:sldLayout xmlns:p="http://schemas.openxmlformats.org/presentationml/2006/main" preserve="1" userDrawn="1">
  <p:cSld name="内容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日期占位符 2">
            <a:extLst xmlns:a="http://schemas.openxmlformats.org/drawingml/2006/main">
              <a:ext uri="{FF2B5EF4-FFF2-40B4-BE49-F238E27FC236}">
                <a16:creationId xmlns:a16="http://schemas.microsoft.com/office/drawing/2014/main" id="{B69688B7-225C-4937-9C37-7F2D02E2B9DE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页脚占位符 3">
            <a:extLst xmlns:a="http://schemas.openxmlformats.org/drawingml/2006/main">
              <a:ext uri="{FF2B5EF4-FFF2-40B4-BE49-F238E27FC236}">
                <a16:creationId xmlns:a16="http://schemas.microsoft.com/office/drawing/2014/main" id="{A977AB9C-0CBC-4BC2-B21B-D8CC07644907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5" name="灯片编号占位符 4">
            <a:extLst xmlns:a="http://schemas.openxmlformats.org/drawingml/2006/main">
              <a:ext uri="{FF2B5EF4-FFF2-40B4-BE49-F238E27FC236}">
                <a16:creationId xmlns:a16="http://schemas.microsoft.com/office/drawing/2014/main" id="{D5CEB112-D391-428D-A322-C76090296848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7" name="内容占位符 6">
            <a:extLst xmlns:a="http://schemas.openxmlformats.org/drawingml/2006/main">
              <a:ext uri="{FF2B5EF4-FFF2-40B4-BE49-F238E27FC236}">
                <a16:creationId xmlns:a16="http://schemas.microsoft.com/office/drawing/2014/main" id="{22767E6C-CF53-4E3D-874F-896D72F90DDB}"/>
              </a:ext>
            </a:extLst>
          </p:cNvPr>
          <p:cNvSpPr>
            <a:spLocks xmlns:a="http://schemas.openxmlformats.org/drawingml/2006/main" noGrp="1"/>
          </p:cNvSpPr>
          <p:nvPr>
            <p:ph idx="13"/>
          </p:nvPr>
        </p:nvSpPr>
        <p:spPr>
          <a:xfrm xmlns:a="http://schemas.openxmlformats.org/drawingml/2006/main">
            <a:off x="342225" y="1117729"/>
            <a:ext cx="6172200" cy="7917681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单击此处编辑母版文本样式</a:t>
            </a:r>
            <a:endParaRPr/>
          </a:p>
          <a:p xmlns:a="http://schemas.openxmlformats.org/drawingml/2006/main">
            <a:pPr lvl="1">
              <a:buNone/>
            </a:pPr>
            <a:r>
              <a:t>第二级</a:t>
            </a:r>
            <a:endParaRPr/>
          </a:p>
          <a:p xmlns:a="http://schemas.openxmlformats.org/drawingml/2006/main">
            <a:pPr lvl="2">
              <a:buNone/>
            </a:pPr>
            <a:r>
              <a:t>第三级</a:t>
            </a:r>
            <a:endParaRPr/>
          </a:p>
          <a:p xmlns:a="http://schemas.openxmlformats.org/drawingml/2006/main">
            <a:pPr lvl="3">
              <a:buNone/>
            </a:pPr>
            <a:r>
              <a:t>第四级</a:t>
            </a:r>
            <a:endParaRPr/>
          </a:p>
          <a:p xmlns:a="http://schemas.openxmlformats.org/drawingml/2006/main">
            <a:pPr lvl="4">
              <a:buNone/>
            </a:pPr>
            <a:r>
              <a:t>第五级</a:t>
            </a:r>
            <a:endParaRPr/>
          </a:p>
        </p:txBody>
      </p:sp>
    </p:spTree>
  </p:cSld>
</p:sldLayout>
</file>

<file path=ppt/slideLayouts/slideLayout11.xml><?xml version="1.0" encoding="utf-8"?>
<p:sldLayout xmlns:p="http://schemas.openxmlformats.org/presentationml/2006/main" preserve="1" userDrawn="1">
  <p:cSld name="末尾幻灯片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日期占位符 2">
            <a:extLst xmlns:a="http://schemas.openxmlformats.org/drawingml/2006/main">
              <a:ext uri="{FF2B5EF4-FFF2-40B4-BE49-F238E27FC236}">
                <a16:creationId xmlns:a16="http://schemas.microsoft.com/office/drawing/2014/main" id="{F571D4BF-D99A-4A9E-8C2C-EC4DB31BF6A7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页脚占位符 3">
            <a:extLst xmlns:a="http://schemas.openxmlformats.org/drawingml/2006/main">
              <a:ext uri="{FF2B5EF4-FFF2-40B4-BE49-F238E27FC236}">
                <a16:creationId xmlns:a16="http://schemas.microsoft.com/office/drawing/2014/main" id="{BAA5C11C-BCBC-4B40-9B9D-77D03907DCEE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5" name="灯片编号占位符 4">
            <a:extLst xmlns:a="http://schemas.openxmlformats.org/drawingml/2006/main">
              <a:ext uri="{FF2B5EF4-FFF2-40B4-BE49-F238E27FC236}">
                <a16:creationId xmlns:a16="http://schemas.microsoft.com/office/drawing/2014/main" id="{CF1959C1-28AD-430C-827B-059FDC095E30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2" name="标题 1">
            <a:extLst xmlns:a="http://schemas.openxmlformats.org/drawingml/2006/main">
              <a:ext uri="{FF2B5EF4-FFF2-40B4-BE49-F238E27FC236}">
                <a16:creationId xmlns:a16="http://schemas.microsoft.com/office/drawing/2014/main" id="{0487AB8C-65F7-48D4-AACD-B62B1E013392}"/>
              </a:ext>
            </a:extLst>
          </p:cNvPr>
          <p:cNvSpPr>
            <a:spLocks xmlns:a="http://schemas.openxmlformats.org/drawingml/2006/main" noGrp="1"/>
          </p:cNvSpPr>
          <p:nvPr>
            <p:ph type="title" idx="0" hasCustomPrompt="1"/>
          </p:nvPr>
        </p:nvSpPr>
        <p:spPr>
          <a:xfrm xmlns:a="http://schemas.openxmlformats.org/drawingml/2006/main">
            <a:off x="674325" y="3587131"/>
            <a:ext cx="5512050" cy="1471243"/>
          </a:xfrm>
        </p:spPr>
        <p:txBody>
          <a:bodyPr xmlns:a="http://schemas.openxmlformats.org/drawingml/2006/main" vert="horz" lIns="90000" tIns="46800" rIns="90000" bIns="46800" anchor="t">
            <a:normAutofit/>
          </a:bodyPr>
          <a:lstStyle xmlns:a="http://schemas.openxmlformats.org/drawingml/2006/main">
            <a:lvl1pPr algn="ctr">
              <a:buNone/>
              <a:defRPr sz="4500"/>
            </a:lvl1pPr>
          </a:lstStyle>
          <a:p xmlns:a="http://schemas.openxmlformats.org/drawingml/2006/main">
            <a:pPr lvl="0">
              <a:buNone/>
            </a:pPr>
            <a:r>
              <a:t>单击此处编辑标题</a:t>
            </a:r>
            <a:endParaRPr/>
          </a:p>
        </p:txBody>
      </p:sp>
      <p:sp>
        <p:nvSpPr>
          <p:cNvPr id="7" name="文本占位符 6">
            <a:extLst xmlns:a="http://schemas.openxmlformats.org/drawingml/2006/main">
              <a:ext uri="{FF2B5EF4-FFF2-40B4-BE49-F238E27FC236}">
                <a16:creationId xmlns:a16="http://schemas.microsoft.com/office/drawing/2014/main" id="{A1035271-B608-477D-8726-40B9B6F587EB}"/>
              </a:ext>
            </a:extLst>
          </p:cNvPr>
          <p:cNvSpPr>
            <a:spLocks xmlns:a="http://schemas.openxmlformats.org/drawingml/2006/main" noGrp="1"/>
          </p:cNvSpPr>
          <p:nvPr>
            <p:ph type="body" idx="13"/>
          </p:nvPr>
        </p:nvSpPr>
        <p:spPr>
          <a:xfrm xmlns:a="http://schemas.openxmlformats.org/drawingml/2006/main">
            <a:off x="674325" y="5141554"/>
            <a:ext cx="5512050" cy="681035"/>
          </a:xfrm>
        </p:spPr>
        <p:txBody>
          <a:bodyPr xmlns:a="http://schemas.openxmlformats.org/drawingml/2006/main" lIns="90000" tIns="46800" rIns="90000" bIns="46800">
            <a:normAutofit/>
          </a:bodyPr>
          <a:lstStyle xmlns:a="http://schemas.openxmlformats.org/drawingml/2006/main">
            <a:lvl1pPr algn="ctr">
              <a:lnSpc>
                <a:spcPct val="110000"/>
              </a:lnSpc>
              <a:buNone/>
              <a:defRPr sz="1800" spc="200"/>
            </a:lvl1pPr>
          </a:lstStyle>
          <a:p xmlns:a="http://schemas.openxmlformats.org/drawingml/2006/main">
            <a:pPr lvl="0">
              <a:buNone/>
            </a:pPr>
            <a:r>
              <a:t>单击此处编辑母版文本样式</a:t>
            </a:r>
            <a:endParaRPr/>
          </a:p>
        </p:txBody>
      </p:sp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c4d541e776dc477e" /><Relationship Type="http://schemas.openxmlformats.org/officeDocument/2006/relationships/slideLayout" Target="/ppt/slideLayouts/slideLayout1.xml" Id="Re58f677b705d44fd" /><Relationship Type="http://schemas.openxmlformats.org/officeDocument/2006/relationships/slideLayout" Target="/ppt/slideLayouts/slideLayout2.xml" Id="Rf1e9377c68414e87" /><Relationship Type="http://schemas.openxmlformats.org/officeDocument/2006/relationships/slideLayout" Target="/ppt/slideLayouts/slideLayout3.xml" Id="R79c8cef9b22d4036" /><Relationship Type="http://schemas.openxmlformats.org/officeDocument/2006/relationships/slideLayout" Target="/ppt/slideLayouts/slideLayout4.xml" Id="Rf6db756c960a42f2" /><Relationship Type="http://schemas.openxmlformats.org/officeDocument/2006/relationships/slideLayout" Target="/ppt/slideLayouts/slideLayout5.xml" Id="R1be07456242f4da2" /><Relationship Type="http://schemas.openxmlformats.org/officeDocument/2006/relationships/slideLayout" Target="/ppt/slideLayouts/slideLayout6.xml" Id="Rab1ef6c219f847e9" /><Relationship Type="http://schemas.openxmlformats.org/officeDocument/2006/relationships/slideLayout" Target="/ppt/slideLayouts/slideLayout7.xml" Id="R6594cf12054942da" /><Relationship Type="http://schemas.openxmlformats.org/officeDocument/2006/relationships/slideLayout" Target="/ppt/slideLayouts/slideLayout8.xml" Id="R3bac28e6ba27443f" /><Relationship Type="http://schemas.openxmlformats.org/officeDocument/2006/relationships/slideLayout" Target="/ppt/slideLayouts/slideLayout9.xml" Id="R82e5d0a448b24f3e" /><Relationship Type="http://schemas.openxmlformats.org/officeDocument/2006/relationships/slideLayout" Target="/ppt/slideLayouts/slideLayout10.xml" Id="R21793344f97448ba" /><Relationship Type="http://schemas.openxmlformats.org/officeDocument/2006/relationships/slideLayout" Target="/ppt/slideLayouts/slideLayout11.xml" Id="R0782719490054005" /></Relationships>
</file>

<file path=ppt/slideMasters/slideMaster1.xml><?xml version="1.0" encoding="utf-8"?>
<p:sld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标题占位符 1">
            <a:extLst xmlns:a="http://schemas.openxmlformats.org/drawingml/2006/main">
              <a:ext uri="{FF2B5EF4-FFF2-40B4-BE49-F238E27FC236}">
                <a16:creationId xmlns:a16="http://schemas.microsoft.com/office/drawing/2014/main" id="{64092FE3-06EE-468D-B4C2-44C96F878120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342225" y="878587"/>
            <a:ext cx="6170175" cy="1018953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0170" tIns="46990" rIns="90170" bIns="46990" anchor="ctr">
            <a:normAutofit/>
          </a:bodyPr>
          <a:lstStyle xmlns:a="http://schemas.openxmlformats.org/drawingml/2006/main"/>
          <a:p xmlns:a="http://schemas.openxmlformats.org/drawingml/2006/main">
            <a:r>
              <a:t>单击此处编辑母版标题样式</a:t>
            </a:r>
            <a:endParaRPr/>
          </a:p>
        </p:txBody>
      </p:sp>
      <p:sp>
        <p:nvSpPr>
          <p:cNvPr id="3" name="文本占位符 2">
            <a:extLst xmlns:a="http://schemas.openxmlformats.org/drawingml/2006/main">
              <a:ext uri="{FF2B5EF4-FFF2-40B4-BE49-F238E27FC236}">
                <a16:creationId xmlns:a16="http://schemas.microsoft.com/office/drawing/2014/main" id="{70E6DCD7-CCEB-471C-BA1B-B50AFEF524F9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342225" y="2152278"/>
            <a:ext cx="6170175" cy="687273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0000" tIns="46800" rIns="90000" bIns="46800">
            <a:normAutofit/>
          </a:bodyPr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单击此处编辑母版文本样式</a:t>
            </a:r>
            <a:endParaRPr/>
          </a:p>
          <a:p xmlns:a="http://schemas.openxmlformats.org/drawingml/2006/main">
            <a:pPr lvl="1">
              <a:buNone/>
            </a:pPr>
            <a:r>
              <a:t>第二级</a:t>
            </a:r>
            <a:endParaRPr/>
          </a:p>
          <a:p xmlns:a="http://schemas.openxmlformats.org/drawingml/2006/main">
            <a:pPr lvl="2">
              <a:buNone/>
            </a:pPr>
            <a:r>
              <a:t>第三级</a:t>
            </a:r>
            <a:endParaRPr/>
          </a:p>
          <a:p xmlns:a="http://schemas.openxmlformats.org/drawingml/2006/main">
            <a:pPr lvl="3">
              <a:buNone/>
            </a:pPr>
            <a:r>
              <a:t>第四级</a:t>
            </a:r>
            <a:endParaRPr/>
          </a:p>
          <a:p xmlns:a="http://schemas.openxmlformats.org/drawingml/2006/main">
            <a:pPr lvl="4">
              <a:buNone/>
            </a:pPr>
            <a:r>
              <a:t>第五级</a:t>
            </a:r>
            <a:endParaRPr/>
          </a:p>
        </p:txBody>
      </p:sp>
      <p:sp>
        <p:nvSpPr>
          <p:cNvPr id="4" name="日期占位符 3">
            <a:extLst xmlns:a="http://schemas.openxmlformats.org/drawingml/2006/main">
              <a:ext uri="{FF2B5EF4-FFF2-40B4-BE49-F238E27FC236}">
                <a16:creationId xmlns:a16="http://schemas.microsoft.com/office/drawing/2014/main" id="{5982B0CB-CE9C-4EB8-86F8-0ABF9C31C2EB}"/>
              </a:ext>
            </a:extLst>
          </p:cNvPr>
          <p:cNvSpPr>
            <a:spLocks xmlns:a="http://schemas.openxmlformats.org/drawingml/2006/main" noGrp="1"/>
          </p:cNvSpPr>
          <p:nvPr>
            <p:ph type="dt" idx="2"/>
          </p:nvPr>
        </p:nvSpPr>
        <p:spPr>
          <a:xfrm xmlns:a="http://schemas.openxmlformats.org/drawingml/2006/main">
            <a:off x="344250" y="9118590"/>
            <a:ext cx="1518750" cy="457489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>
            <a:normAutofit/>
          </a:bodyPr>
          <a:lstStyle xmlns:a="http://schemas.openxmlformats.org/drawingml/2006/main">
            <a:lvl1pPr algn="l">
              <a:buNone/>
              <a:defRPr sz="750" baseline="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endParaRPr/>
          </a:p>
        </p:txBody>
      </p:sp>
      <p:sp>
        <p:nvSpPr>
          <p:cNvPr id="5" name="页脚占位符 4">
            <a:extLst xmlns:a="http://schemas.openxmlformats.org/drawingml/2006/main">
              <a:ext uri="{FF2B5EF4-FFF2-40B4-BE49-F238E27FC236}">
                <a16:creationId xmlns:a16="http://schemas.microsoft.com/office/drawing/2014/main" id="{0F7F31D4-4BEB-4A4D-94C6-1D2120A26D66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2315250" y="9118590"/>
            <a:ext cx="2227500" cy="457489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>
            <a:normAutofit/>
          </a:bodyPr>
          <a:lstStyle xmlns:a="http://schemas.openxmlformats.org/drawingml/2006/main">
            <a:lvl1pPr algn="ctr">
              <a:buNone/>
              <a:defRPr sz="750" baseline="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endParaRPr/>
          </a:p>
        </p:txBody>
      </p:sp>
      <p:sp>
        <p:nvSpPr>
          <p:cNvPr id="6" name="灯片编号占位符 5">
            <a:extLst xmlns:a="http://schemas.openxmlformats.org/drawingml/2006/main">
              <a:ext uri="{FF2B5EF4-FFF2-40B4-BE49-F238E27FC236}">
                <a16:creationId xmlns:a16="http://schemas.microsoft.com/office/drawing/2014/main" id="{A6935849-74F8-4025-B832-EB39398CB2E6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>
          <a:xfrm xmlns:a="http://schemas.openxmlformats.org/drawingml/2006/main">
            <a:off x="4993650" y="9118590"/>
            <a:ext cx="1518750" cy="457489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>
            <a:normAutofit/>
          </a:bodyPr>
          <a:lstStyle xmlns:a="http://schemas.openxmlformats.org/drawingml/2006/main">
            <a:lvl1pPr algn="r">
              <a:buNone/>
              <a:defRPr sz="750" baseline="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e58f677b705d44fd"/>
    <p:sldLayoutId xmlns:r="http://schemas.openxmlformats.org/officeDocument/2006/relationships" id="2147483650" r:id="Rf1e9377c68414e87"/>
    <p:sldLayoutId xmlns:r="http://schemas.openxmlformats.org/officeDocument/2006/relationships" id="2147483651" r:id="R79c8cef9b22d4036"/>
    <p:sldLayoutId xmlns:r="http://schemas.openxmlformats.org/officeDocument/2006/relationships" id="2147483652" r:id="Rf6db756c960a42f2"/>
    <p:sldLayoutId xmlns:r="http://schemas.openxmlformats.org/officeDocument/2006/relationships" id="2147483653" r:id="R1be07456242f4da2"/>
    <p:sldLayoutId xmlns:r="http://schemas.openxmlformats.org/officeDocument/2006/relationships" id="2147483654" r:id="Rab1ef6c219f847e9"/>
    <p:sldLayoutId xmlns:r="http://schemas.openxmlformats.org/officeDocument/2006/relationships" id="2147483655" r:id="R6594cf12054942da"/>
    <p:sldLayoutId xmlns:r="http://schemas.openxmlformats.org/officeDocument/2006/relationships" id="2147483656" r:id="R3bac28e6ba27443f"/>
    <p:sldLayoutId xmlns:r="http://schemas.openxmlformats.org/officeDocument/2006/relationships" id="2147483657" r:id="R82e5d0a448b24f3e"/>
    <p:sldLayoutId xmlns:r="http://schemas.openxmlformats.org/officeDocument/2006/relationships" id="2147483658" r:id="R21793344f97448ba"/>
    <p:sldLayoutId xmlns:r="http://schemas.openxmlformats.org/officeDocument/2006/relationships" id="2147483659" r:id="R0782719490054005"/>
  </p:sldLayoutIdLst>
  <p:txStyles>
    <p:titleStyle>
      <a:lvl1pPr xmlns:a="http://schemas.openxmlformats.org/drawingml/2006/main" algn="l" defTabSz="685800">
        <a:lnSpc>
          <a:spcPct val="100000"/>
        </a:lnSpc>
        <a:spcBef>
          <a:spcPct val="0"/>
        </a:spcBef>
        <a:buNone/>
        <a:defRPr sz="2700" b="0" u="none" kern="1200" cap="none" spc="300" baseline="0">
          <a:solidFill>
            <a:schemeClr val="tx1">
              <a:lumMod val="85000"/>
              <a:lumOff val="15000"/>
            </a:schemeClr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171450" indent="-171450" algn="l" defTabSz="685800">
        <a:lnSpc>
          <a:spcPct val="130000"/>
        </a:lnSpc>
        <a:spcBef>
          <a:spcPts val="0"/>
        </a:spcBef>
        <a:spcAft>
          <a:spcPts val="1000"/>
        </a:spcAft>
        <a:buFont typeface="Arial"/>
        <a:buChar char="●"/>
        <a:defRPr sz="1350" u="none" kern="1200" cap="none" spc="150" baseline="0">
          <a:solidFill>
            <a:schemeClr val="tx1">
              <a:lumMod val="65000"/>
              <a:lumOff val="35000"/>
            </a:schemeClr>
          </a:solidFill>
          <a:latin typeface="+mn-lt"/>
          <a:ea typeface="+mn-lt"/>
          <a:cs typeface="+mn-lt"/>
        </a:defRPr>
      </a:lvl1pPr>
      <a:lvl2pPr xmlns:a="http://schemas.openxmlformats.org/drawingml/2006/main" marL="514350" indent="-171450" algn="l" defTabSz="685800">
        <a:lnSpc>
          <a:spcPct val="120000"/>
        </a:lnSpc>
        <a:spcBef>
          <a:spcPts val="0"/>
        </a:spcBef>
        <a:spcAft>
          <a:spcPts val="600"/>
        </a:spcAft>
        <a:buFont typeface="Arial"/>
        <a:buChar char="●"/>
        <a:tabLst>
          <a:tab pos="1207135" algn="l"/>
          <a:tab pos="1207135" algn="l"/>
          <a:tab pos="1207135" algn="l"/>
          <a:tab pos="1207135" algn="l"/>
        </a:tabLst>
        <a:defRPr sz="1200" u="none" kern="1200" cap="none" spc="150" baseline="0">
          <a:solidFill>
            <a:schemeClr val="tx1">
              <a:lumMod val="65000"/>
              <a:lumOff val="35000"/>
            </a:schemeClr>
          </a:solidFill>
          <a:latin typeface="+mn-lt"/>
          <a:ea typeface="+mn-lt"/>
          <a:cs typeface="+mn-lt"/>
        </a:defRPr>
      </a:lvl2pPr>
      <a:lvl3pPr xmlns:a="http://schemas.openxmlformats.org/drawingml/2006/main" marL="857250" indent="-171450" algn="l" defTabSz="685800">
        <a:lnSpc>
          <a:spcPct val="120000"/>
        </a:lnSpc>
        <a:spcBef>
          <a:spcPts val="0"/>
        </a:spcBef>
        <a:spcAft>
          <a:spcPts val="600"/>
        </a:spcAft>
        <a:buFont typeface="Arial"/>
        <a:buChar char="●"/>
        <a:defRPr sz="1200" u="none" kern="1200" cap="none" spc="150" baseline="0">
          <a:solidFill>
            <a:schemeClr val="tx1">
              <a:lumMod val="65000"/>
              <a:lumOff val="35000"/>
            </a:schemeClr>
          </a:solidFill>
          <a:latin typeface="+mn-lt"/>
          <a:ea typeface="+mn-lt"/>
          <a:cs typeface="+mn-lt"/>
        </a:defRPr>
      </a:lvl3pPr>
      <a:lvl4pPr xmlns:a="http://schemas.openxmlformats.org/drawingml/2006/main" marL="1200150" indent="-171450" algn="l" defTabSz="685800">
        <a:lnSpc>
          <a:spcPct val="120000"/>
        </a:lnSpc>
        <a:spcBef>
          <a:spcPts val="0"/>
        </a:spcBef>
        <a:spcAft>
          <a:spcPts val="300"/>
        </a:spcAft>
        <a:buFont typeface="Wingdings"/>
        <a:buChar char=""/>
        <a:defRPr sz="1050" u="none" kern="1200" cap="none" spc="150" baseline="0">
          <a:solidFill>
            <a:schemeClr val="tx1">
              <a:lumMod val="65000"/>
              <a:lumOff val="35000"/>
            </a:schemeClr>
          </a:solidFill>
          <a:latin typeface="+mn-lt"/>
          <a:ea typeface="+mn-lt"/>
          <a:cs typeface="+mn-lt"/>
        </a:defRPr>
      </a:lvl4pPr>
      <a:lvl5pPr xmlns:a="http://schemas.openxmlformats.org/drawingml/2006/main" marL="1543050" indent="-171450" algn="l" defTabSz="685800">
        <a:lnSpc>
          <a:spcPct val="120000"/>
        </a:lnSpc>
        <a:spcBef>
          <a:spcPts val="0"/>
        </a:spcBef>
        <a:spcAft>
          <a:spcPts val="300"/>
        </a:spcAft>
        <a:buFont typeface="Arial"/>
        <a:buChar char="•"/>
        <a:defRPr sz="1050" u="none" kern="1200" cap="none" spc="150" baseline="0">
          <a:solidFill>
            <a:schemeClr val="tx1">
              <a:lumMod val="65000"/>
              <a:lumOff val="35000"/>
            </a:schemeClr>
          </a:solidFill>
          <a:latin typeface="+mn-lt"/>
          <a:ea typeface="+mn-lt"/>
          <a:cs typeface="+mn-lt"/>
        </a:defRPr>
      </a:lvl5pPr>
      <a:lvl6pPr xmlns:a="http://schemas.openxmlformats.org/drawingml/2006/main" marL="1885950" indent="-171450" algn="l" defTabSz="685800">
        <a:lnSpc>
          <a:spcPct val="90000"/>
        </a:lnSpc>
        <a:spcBef>
          <a:spcPts val="375"/>
        </a:spcBef>
        <a:buFont typeface="Arial"/>
        <a:buChar char="•"/>
        <a:defRPr sz="135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228850" indent="-171450" algn="l" defTabSz="685800">
        <a:lnSpc>
          <a:spcPct val="90000"/>
        </a:lnSpc>
        <a:spcBef>
          <a:spcPts val="375"/>
        </a:spcBef>
        <a:buFont typeface="Arial"/>
        <a:buChar char="•"/>
        <a:defRPr sz="135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2571750" indent="-171450" algn="l" defTabSz="685800">
        <a:lnSpc>
          <a:spcPct val="90000"/>
        </a:lnSpc>
        <a:spcBef>
          <a:spcPts val="375"/>
        </a:spcBef>
        <a:buFont typeface="Arial"/>
        <a:buChar char="•"/>
        <a:defRPr sz="135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2914650" indent="-171450" algn="l" defTabSz="685800">
        <a:lnSpc>
          <a:spcPct val="90000"/>
        </a:lnSpc>
        <a:spcBef>
          <a:spcPts val="375"/>
        </a:spcBef>
        <a:buFont typeface="Arial"/>
        <a:buChar char="•"/>
        <a:defRPr sz="135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 defTabSz="685800">
        <a:buNone/>
        <a:defRPr sz="135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342900" algn="l" defTabSz="685800">
        <a:buNone/>
        <a:defRPr sz="135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685800" algn="l" defTabSz="685800">
        <a:buNone/>
        <a:defRPr sz="135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028700" algn="l" defTabSz="685800">
        <a:buNone/>
        <a:defRPr sz="135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371600" algn="l" defTabSz="685800">
        <a:buNone/>
        <a:defRPr sz="135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1714500" algn="l" defTabSz="685800">
        <a:buNone/>
        <a:defRPr sz="135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057400" algn="l" defTabSz="685800">
        <a:buNone/>
        <a:defRPr sz="135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2400300" algn="l" defTabSz="685800">
        <a:buNone/>
        <a:defRPr sz="135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2743200" algn="l" defTabSz="685800">
        <a:buNone/>
        <a:defRPr sz="135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WPS">
  <a:themeElements>
    <a:clrScheme name="WPS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874CB"/>
      </a:accent1>
      <a:accent2>
        <a:srgbClr val="EE822F"/>
      </a:accent2>
      <a:accent3>
        <a:srgbClr val="F2BA02"/>
      </a:accent3>
      <a:accent4>
        <a:srgbClr val="75BD42"/>
      </a:accent4>
      <a:accent5>
        <a:srgbClr val="30C0B4"/>
      </a:accent5>
      <a:accent6>
        <a:srgbClr val="E54C5E"/>
      </a:accent6>
      <a:hlink>
        <a:srgbClr val="0026E5"/>
      </a:hlink>
      <a:folHlink>
        <a:srgbClr val="7E1FAD"/>
      </a:folHlink>
    </a:clrScheme>
    <a:fontScheme name="WPS">
      <a:majorFont>
        <a:latin typeface="Arial"/>
        <a:ea typeface="微软雅黑"/>
        <a:cs typeface=""/>
      </a:majorFont>
      <a:minorFont>
        <a:latin typeface="Arial"/>
        <a:ea typeface="微软雅黑"/>
        <a:cs typeface=""/>
      </a:minorFont>
    </a:fontScheme>
    <a:fmtScheme name="WPS">
      <a:fillStyleLst>
        <a:solidFill>
          <a:schemeClr val="phClr"/>
        </a:solidFill>
        <a:gradFill>
          <a:gsLst>
            <a:gs pos="0">
              <a:schemeClr val="phClr">
                <a:lumOff val="17500"/>
              </a:schemeClr>
            </a:gs>
            <a:gs pos="100000">
              <a:schemeClr val="phClr"/>
            </a:gs>
          </a:gsLst>
          <a:lin ang="2700000" scaled="0"/>
        </a:gradFill>
        <a:gradFill>
          <a:gsLst>
            <a:gs pos="0">
              <a:schemeClr val="phClr"/>
            </a:gs>
            <a:gs pos="100000">
              <a:schemeClr val="phClr"/>
            </a:gs>
          </a:gsLst>
          <a:lin ang="2700000" scaled="0"/>
        </a:gradFill>
      </a:fillStyleLst>
      <a:lnStyleLst>
        <a:ln w="1270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2700">
          <a:gradFill>
            <a:gsLst>
              <a:gs pos="0">
                <a:schemeClr val="phClr"/>
              </a:gs>
              <a:gs pos="100000">
                <a:schemeClr val="phClr"/>
              </a:gs>
            </a:gsLst>
            <a:lin ang="2700000" scaled="1"/>
          </a:gradFill>
          <a:prstDash val="solid"/>
        </a:ln>
      </a:lnStyleLst>
      <a:effectStyleLst>
        <a:effectStyle>
          <a:effectLst>
            <a:outerShdw blurRad="101600" dist="50800" dir="5400000" algn="ctr" rotWithShape="0">
              <a:schemeClr val="phClr">
                <a:alpha val="60000"/>
              </a:schemeClr>
            </a:outerShdw>
          </a:effectLst>
        </a:effectStyle>
        <a:effectStyle>
          <a:effectLst>
            <a:reflection stA="50000" endA="300" endPos="40000" dist="25400" dir="5400000" sy="-100000" algn="bl" rotWithShape="0"/>
          </a:effectLst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212e8fbcd7a4bd9" /><Relationship Type="http://schemas.openxmlformats.org/officeDocument/2006/relationships/image" Target="/ppt/media/image.png" Id="R510b46b1c7ec4360" /><Relationship Type="http://schemas.openxmlformats.org/officeDocument/2006/relationships/image" Target="/ppt/media/image2.png" Id="Rb137f94f3e6945cc" /><Relationship Type="http://schemas.openxmlformats.org/officeDocument/2006/relationships/image" Target="/ppt/media/image3.png" Id="Rc6a9fd3bb7c54cde" /><Relationship Type="http://schemas.openxmlformats.org/officeDocument/2006/relationships/notesSlide" Target="/ppt/notesSlides/notesSlide1.xml" Id="R1084913065ae45b4" /></Relationships>
</file>

<file path=ppt/slides/slide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31" name="图片 8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10b46b1c7ec4360"/>
          <a:srcRect xmlns:a="http://schemas.openxmlformats.org/drawingml/2006/main" l="0" t="0" r="0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 flipH="0" flipV="0">
            <a:off x="-6985" y="4663440"/>
            <a:ext cx="6858000" cy="2331720"/>
          </a:xfrm>
          <a:prstGeom xmlns:a="http://schemas.openxmlformats.org/drawingml/2006/main" prst="rect">
            <a:avLst/>
          </a:prstGeom>
        </p:spPr>
      </p:pic>
      <p:pic>
        <p:nvPicPr>
          <p:cNvPr id="32" name="图片 4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137f94f3e6945cc"/>
          <a:srcRect xmlns:a="http://schemas.openxmlformats.org/drawingml/2006/main" l="0" t="0" r="0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 flipH="0" flipV="0">
            <a:off x="0" y="2331720"/>
            <a:ext cx="6858000" cy="2331720"/>
          </a:xfrm>
          <a:prstGeom xmlns:a="http://schemas.openxmlformats.org/drawingml/2006/main" prst="rect">
            <a:avLst/>
          </a:prstGeom>
        </p:spPr>
      </p:pic>
      <p:pic>
        <p:nvPicPr>
          <p:cNvPr id="33" name="图片 3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6a9fd3bb7c54cde"/>
          <a:srcRect xmlns:a="http://schemas.openxmlformats.org/drawingml/2006/main" l="0" t="0" r="0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 flipH="0" flipV="0">
            <a:off x="0" y="0"/>
            <a:ext cx="6858000" cy="2331720"/>
          </a:xfrm>
          <a:prstGeom xmlns:a="http://schemas.openxmlformats.org/drawingml/2006/main" prst="rect">
            <a:avLst/>
          </a:prstGeom>
        </p:spPr>
      </p:pic>
      <p:sp>
        <p:nvSpPr>
          <p:cNvPr id="24" name="文本框 23">
            <a:extLst xmlns:a="http://schemas.openxmlformats.org/drawingml/2006/main">
              <a:ext uri="{FF2B5EF4-FFF2-40B4-BE49-F238E27FC236}">
                <a16:creationId xmlns:a16="http://schemas.microsoft.com/office/drawing/2014/main" id="{2369DD16-FC2D-4D0E-83AC-03CCB8F15B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-6985" y="0"/>
            <a:ext cx="83820" cy="330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40000"/>
              </a:lnSpc>
              <a:buNone/>
            </a:pPr>
            <a:r>
              <a:rPr sz="1300" b="1"/>
              <a:t>a</a:t>
            </a:r>
            <a:endParaRPr sz="1300" b="1"/>
          </a:p>
        </p:txBody>
      </p:sp>
      <p:sp>
        <p:nvSpPr>
          <p:cNvPr id="27" name="文本框 26">
            <a:extLst xmlns:a="http://schemas.openxmlformats.org/drawingml/2006/main">
              <a:ext uri="{FF2B5EF4-FFF2-40B4-BE49-F238E27FC236}">
                <a16:creationId xmlns:a16="http://schemas.microsoft.com/office/drawing/2014/main" id="{D3F8E7EF-6D62-4139-B52C-8E4086C5E7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-6985" y="2331720"/>
            <a:ext cx="83820" cy="330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40000"/>
              </a:lnSpc>
              <a:buNone/>
            </a:pPr>
            <a:r>
              <a:rPr sz="1300" b="1"/>
              <a:t>b</a:t>
            </a:r>
            <a:endParaRPr sz="1300" b="1"/>
          </a:p>
        </p:txBody>
      </p:sp>
      <p:sp>
        <p:nvSpPr>
          <p:cNvPr id="6" name="文本框 5">
            <a:extLst xmlns:a="http://schemas.openxmlformats.org/drawingml/2006/main">
              <a:ext uri="{FF2B5EF4-FFF2-40B4-BE49-F238E27FC236}">
                <a16:creationId xmlns:a16="http://schemas.microsoft.com/office/drawing/2014/main" id="{798E6335-D288-4836-A4B1-D7B263364B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4663440"/>
            <a:ext cx="83820" cy="330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40000"/>
              </a:lnSpc>
              <a:buNone/>
            </a:pPr>
            <a:r>
              <a:rPr sz="1300" b="1"/>
              <a:t>c</a:t>
            </a:r>
            <a:endParaRPr sz="1300" b="1"/>
          </a:p>
          <a:p xmlns:a="http://schemas.openxmlformats.org/drawingml/2006/main">
            <a:pPr>
              <a:lnSpc>
                <a:spcPct val="40000"/>
              </a:lnSpc>
              <a:buNone/>
            </a:pPr>
            <a:endParaRPr sz="1300" b="1"/>
          </a:p>
        </p:txBody>
      </p:sp>
    </p:spTree>
    <p:extLst>
      <p:ext uri="{BB962C8B-B14F-4D97-AF65-F5344CB8AC3E}">
        <p14:creationId xmlns:p14="http://schemas.microsoft.com/office/powerpoint/2010/main" val="1489615068"/>
      </p:ext>
    </p:extLst>
  </p:cSld>
</p:sld>
</file>

<file path=ppt/theme/theme1.xml><?xml version="1.0" encoding="utf-8"?>
<a:theme xmlns:a="http://schemas.openxmlformats.org/drawingml/2006/main" name="WPS">
  <a:themeElements>
    <a:clrScheme name="WPS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874CB"/>
      </a:accent1>
      <a:accent2>
        <a:srgbClr val="EE822F"/>
      </a:accent2>
      <a:accent3>
        <a:srgbClr val="F2BA02"/>
      </a:accent3>
      <a:accent4>
        <a:srgbClr val="75BD42"/>
      </a:accent4>
      <a:accent5>
        <a:srgbClr val="30C0B4"/>
      </a:accent5>
      <a:accent6>
        <a:srgbClr val="E54C5E"/>
      </a:accent6>
      <a:hlink>
        <a:srgbClr val="0026E5"/>
      </a:hlink>
      <a:folHlink>
        <a:srgbClr val="7E1FAD"/>
      </a:folHlink>
    </a:clrScheme>
    <a:fontScheme name="WPS">
      <a:majorFont>
        <a:latin typeface="Arial"/>
        <a:ea typeface="微软雅黑"/>
        <a:cs typeface=""/>
      </a:majorFont>
      <a:minorFont>
        <a:latin typeface="Arial"/>
        <a:ea typeface="微软雅黑"/>
        <a:cs typeface=""/>
      </a:minorFont>
    </a:fontScheme>
    <a:fmtScheme name="WPS">
      <a:fillStyleLst>
        <a:solidFill>
          <a:schemeClr val="phClr"/>
        </a:solidFill>
        <a:gradFill>
          <a:gsLst>
            <a:gs pos="0">
              <a:schemeClr val="phClr">
                <a:lumOff val="17500"/>
              </a:schemeClr>
            </a:gs>
            <a:gs pos="100000">
              <a:schemeClr val="phClr"/>
            </a:gs>
          </a:gsLst>
          <a:lin ang="2700000" scaled="0"/>
        </a:gradFill>
        <a:gradFill>
          <a:gsLst>
            <a:gs pos="0">
              <a:schemeClr val="phClr"/>
            </a:gs>
            <a:gs pos="100000">
              <a:schemeClr val="phClr"/>
            </a:gs>
          </a:gsLst>
          <a:lin ang="2700000" scaled="0"/>
        </a:gradFill>
      </a:fillStyleLst>
      <a:lnStyleLst>
        <a:ln w="1270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2700">
          <a:gradFill>
            <a:gsLst>
              <a:gs pos="0">
                <a:schemeClr val="phClr"/>
              </a:gs>
              <a:gs pos="100000">
                <a:schemeClr val="phClr"/>
              </a:gs>
            </a:gsLst>
            <a:lin ang="2700000" scaled="1"/>
          </a:gradFill>
          <a:prstDash val="solid"/>
        </a:ln>
      </a:lnStyleLst>
      <a:effectStyleLst>
        <a:effectStyle>
          <a:effectLst>
            <a:outerShdw blurRad="101600" dist="50800" dir="5400000" algn="ctr" rotWithShape="0">
              <a:schemeClr val="phClr">
                <a:alpha val="60000"/>
              </a:schemeClr>
            </a:outerShdw>
          </a:effectLst>
        </a:effectStyle>
        <a:effectStyle>
          <a:effectLst>
            <a:reflection stA="50000" endA="300" endPos="40000" dist="25400" dir="5400000" sy="-100000" algn="bl" rotWithShape="0"/>
          </a:effectLst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2026-09-28T09:18:26.3470000Z</dcterms:created>
  <dcterms:modified xsi:type="dcterms:W3CDTF">2026-09-28T09:18:26.3470000Z</dcterms:modified>
</coreProperties>
</file>