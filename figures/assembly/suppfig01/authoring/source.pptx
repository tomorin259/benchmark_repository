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</p:sldIdLst>
  <p:sldSz cx="6858000" cy="990346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" d="1"/>
          <a:sy n="1" d="1"/>
        </p:scale>
        <p:origin x="0" y="0"/>
      </p:cViewPr>
      <p:guideLst/>
    </p:cSldViewPr>
  </p:slideViewPr>
  <p:gridSpacing cx="360000" cy="3600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74325" y="1320480"/>
            <a:ext cx="5512050" cy="3711901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45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74325" y="5141554"/>
            <a:ext cx="5512050" cy="2126285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1800" spc="2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17" name="页脚占位符 16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18" name="灯片编号占位符 17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42225" y="2152278"/>
            <a:ext cx="6170175" cy="6872735"/>
          </a:xfrm>
        </p:spPr>
        <p:txBody>
          <a:bodyPr vert="horz"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119825" y="5557453"/>
            <a:ext cx="4369950" cy="1107332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33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1119825" y="6664785"/>
            <a:ext cx="4369950" cy="1252896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42225" y="2167875"/>
            <a:ext cx="2911950" cy="6857138"/>
          </a:xfrm>
        </p:spPr>
        <p:txBody>
          <a:bodyPr vert="horz"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3606525" y="2167875"/>
            <a:ext cx="2911950" cy="6857138"/>
          </a:xfrm>
        </p:spPr>
        <p:txBody>
          <a:bodyPr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342225" y="2027509"/>
            <a:ext cx="3005100" cy="597855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buNone/>
            </a:pPr>
            <a:r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342225" y="2677351"/>
            <a:ext cx="3005100" cy="6347662"/>
          </a:xfrm>
        </p:spPr>
        <p:txBody>
          <a:bodyPr vert="horz" lIns="101600" tIns="0" rIns="82550" bIns="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3" hasCustomPrompt="1"/>
          </p:nvPr>
        </p:nvSpPr>
        <p:spPr>
          <a:xfrm>
            <a:off x="3507609" y="2027509"/>
            <a:ext cx="3005100" cy="597855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buNone/>
            </a:pPr>
            <a:r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4"/>
          </p:nvPr>
        </p:nvSpPr>
        <p:spPr>
          <a:xfrm>
            <a:off x="3507609" y="2677351"/>
            <a:ext cx="3005100" cy="6347662"/>
          </a:xfrm>
        </p:spPr>
        <p:txBody>
          <a:bodyPr vert="horz" lIns="101600" tIns="0" rIns="82550" bIns="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8" name="页脚占位符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9" name="灯片编号占位符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/>
      <p:sp>
        <p:nvSpPr>
          <p:cNvPr id="2" name="日期占位符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3" name="页脚占位符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4" name="灯片编号占位符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/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42225" y="2245856"/>
            <a:ext cx="2943606" cy="6654388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200"/>
            </a:lvl1pPr>
          </a:lstStyle>
          <a:p>
            <a:pPr lvl="0">
              <a:buNone/>
            </a:pPr>
          </a:p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3572100" y="2245856"/>
            <a:ext cx="2940300" cy="6654388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200"/>
            </a:lvl1pPr>
          </a:lstStyle>
          <a:p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  <p:sp>
        <p:nvSpPr>
          <p:cNvPr id="9" name="标题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/>
      <p:sp>
        <p:nvSpPr>
          <p:cNvPr id="2" name="竖排标题 1"/>
          <p:cNvSpPr>
            <a:spLocks noGrp="1"/>
          </p:cNvSpPr>
          <p:nvPr>
            <p:ph type="title" hasCustomPrompt="1"/>
          </p:nvPr>
        </p:nvSpPr>
        <p:spPr>
          <a:xfrm>
            <a:off x="5757075" y="1320480"/>
            <a:ext cx="587250" cy="726264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100"/>
            </a:lvl1pPr>
          </a:lstStyle>
          <a:p>
            <a:pPr lvl="0">
              <a:buNone/>
            </a:pPr>
            <a:r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>
          <a:xfrm>
            <a:off x="514350" y="1320480"/>
            <a:ext cx="5157675" cy="7262640"/>
          </a:xfrm>
        </p:spPr>
        <p:txBody>
          <a:bodyPr vert="eaVert" lIns="46800" tIns="46800" rIns="46800" bIns="46800"/>
          <a:lstStyle>
            <a:lvl1pPr marL="171450" indent="-171450">
              <a:spcAft>
                <a:spcPts val="1000"/>
              </a:spcAft>
              <a:buNone/>
              <a:defRPr spc="300"/>
            </a:lvl1pPr>
            <a:lvl2pPr marL="514350" indent="-171450">
              <a:buNone/>
              <a:defRPr spc="300"/>
            </a:lvl2pPr>
            <a:lvl3pPr marL="857250" indent="-171450">
              <a:buNone/>
              <a:defRPr spc="300"/>
            </a:lvl3pPr>
            <a:lvl4pPr marL="1200150" indent="-171450">
              <a:buNone/>
              <a:defRPr spc="300"/>
            </a:lvl4pPr>
            <a:lvl5pPr marL="1543050" indent="-171450">
              <a:buNone/>
              <a:defRPr spc="300"/>
            </a:lvl5pPr>
          </a:lstStyle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/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  <p:sp>
        <p:nvSpPr>
          <p:cNvPr id="7" name="内容占位符 6"/>
          <p:cNvSpPr>
            <a:spLocks noGrp="1"/>
          </p:cNvSpPr>
          <p:nvPr>
            <p:ph idx="13"/>
          </p:nvPr>
        </p:nvSpPr>
        <p:spPr>
          <a:xfrm>
            <a:off x="342225" y="1117729"/>
            <a:ext cx="6172200" cy="7917681"/>
          </a:xfrm>
        </p:spPr>
        <p:txBody>
          <a:bodyPr/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/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74325" y="3462361"/>
            <a:ext cx="5512050" cy="1596013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4500"/>
            </a:lvl1pPr>
          </a:lstStyle>
          <a:p>
            <a:pPr lvl="0">
              <a:buNone/>
            </a:pPr>
            <a:r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idx="13"/>
          </p:nvPr>
        </p:nvSpPr>
        <p:spPr>
          <a:xfrm>
            <a:off x="674325" y="5141554"/>
            <a:ext cx="5512050" cy="727824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1800" spc="200"/>
            </a:lvl1pPr>
          </a:lstStyle>
          <a:p>
            <a:pPr lvl="0"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42225" y="2152278"/>
            <a:ext cx="6170175" cy="6872735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2"/>
          </p:nvPr>
        </p:nvSpPr>
        <p:spPr>
          <a:xfrm>
            <a:off x="344250" y="9118590"/>
            <a:ext cx="1518750" cy="457489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页脚占位符 4"/>
          <p:cNvSpPr>
            <a:spLocks noGrp="1"/>
          </p:cNvSpPr>
          <p:nvPr>
            <p:ph type="ftr" idx="3"/>
          </p:nvPr>
        </p:nvSpPr>
        <p:spPr>
          <a:xfrm>
            <a:off x="2315250" y="9118590"/>
            <a:ext cx="2227500" cy="457489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4"/>
          </p:nvPr>
        </p:nvSpPr>
        <p:spPr>
          <a:xfrm>
            <a:off x="4993650" y="9118590"/>
            <a:ext cx="1518750" cy="457489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>
        <a:lnSpc>
          <a:spcPct val="100000"/>
        </a:lnSpc>
        <a:spcBef>
          <a:spcPct val="0"/>
        </a:spcBef>
        <a:buNone/>
        <a:defRPr sz="2700" b="0" u="none" kern="1200" cap="none" spc="300" baseline="0">
          <a:solidFill>
            <a:schemeClr val="tx1">
              <a:lumMod val="85000"/>
              <a:lumOff val="15000"/>
            </a:schemeClr>
          </a:solidFill>
          <a:latin typeface="+mj-ea"/>
          <a:ea typeface="+mj-ea"/>
          <a:cs typeface="+mj-ea"/>
        </a:defRPr>
      </a:lvl1pPr>
    </p:titleStyle>
    <p:bodyStyle>
      <a:lvl1pPr marL="171450" indent="-171450" algn="l" defTabSz="685800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/>
        <a:buChar char="●"/>
        <a:defRPr sz="13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514350" indent="-171450" algn="l" defTabSz="685800">
        <a:lnSpc>
          <a:spcPct val="120000"/>
        </a:lnSpc>
        <a:spcBef>
          <a:spcPts val="0"/>
        </a:spcBef>
        <a:spcAft>
          <a:spcPts val="600"/>
        </a:spcAft>
        <a:buFont typeface="Arial" panose="020B0604020202090204"/>
        <a:buChar char="●"/>
        <a:tabLst>
          <a:tab pos="1207135" algn="l"/>
          <a:tab pos="1207135" algn="l"/>
          <a:tab pos="1207135" algn="l"/>
          <a:tab pos="1207135" algn="l"/>
        </a:tabLst>
        <a:defRPr sz="12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857250" indent="-171450" algn="l" defTabSz="685800">
        <a:lnSpc>
          <a:spcPct val="120000"/>
        </a:lnSpc>
        <a:spcBef>
          <a:spcPts val="0"/>
        </a:spcBef>
        <a:spcAft>
          <a:spcPts val="600"/>
        </a:spcAft>
        <a:buFont typeface="Arial" panose="020B0604020202090204"/>
        <a:buChar char="●"/>
        <a:defRPr sz="12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200150" indent="-171450" algn="l" defTabSz="685800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/>
        <a:buChar char=""/>
        <a:defRPr sz="10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1543050" indent="-171450" algn="l" defTabSz="685800">
        <a:lnSpc>
          <a:spcPct val="120000"/>
        </a:lnSpc>
        <a:spcBef>
          <a:spcPts val="0"/>
        </a:spcBef>
        <a:spcAft>
          <a:spcPts val="300"/>
        </a:spcAft>
        <a:buFont typeface="Arial" panose="020B0604020202090204"/>
        <a:buChar char="•"/>
        <a:defRPr sz="10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1885950" indent="-171450" algn="l" defTabSz="685800">
        <a:lnSpc>
          <a:spcPct val="90000"/>
        </a:lnSpc>
        <a:spcBef>
          <a:spcPts val="375"/>
        </a:spcBef>
        <a:buFont typeface="Arial" panose="020B060402020209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228850" indent="-171450" algn="l" defTabSz="685800">
        <a:lnSpc>
          <a:spcPct val="90000"/>
        </a:lnSpc>
        <a:spcBef>
          <a:spcPts val="375"/>
        </a:spcBef>
        <a:buFont typeface="Arial" panose="020B060402020209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571750" indent="-171450" algn="l" defTabSz="685800">
        <a:lnSpc>
          <a:spcPct val="90000"/>
        </a:lnSpc>
        <a:spcBef>
          <a:spcPts val="375"/>
        </a:spcBef>
        <a:buFont typeface="Arial" panose="020B060402020209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914650" indent="-171450" algn="l" defTabSz="685800">
        <a:lnSpc>
          <a:spcPct val="90000"/>
        </a:lnSpc>
        <a:spcBef>
          <a:spcPts val="375"/>
        </a:spcBef>
        <a:buFont typeface="Arial" panose="020B060402020209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1pPr>
      <a:lvl2pPr marL="3429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2pPr>
      <a:lvl3pPr marL="6858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3pPr>
      <a:lvl4pPr marL="10287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marL="13716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marL="17145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0574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4003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7432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1" Type="http://schemas.openxmlformats.org/officeDocument/2006/relationships/notesSlide" Target="../notesSlides/notesSlide1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1.png"/><Relationship Id="rIdNoResult" Type="http://schemas.openxmlformats.org/officeDocument/2006/relationships/image" Target="../media/no_result_circle_slash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3" name="图片 48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75600" y="0"/>
            <a:ext cx="6778800" cy="1129800"/>
          </a:xfrm>
          <a:prstGeom prst="rect">
            <a:avLst/>
          </a:prstGeom>
        </p:spPr>
      </p:pic>
      <p:pic>
        <p:nvPicPr>
          <p:cNvPr id="14" name="图片 4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75600" y="972000"/>
            <a:ext cx="6778800" cy="1129800"/>
          </a:xfrm>
          <a:prstGeom prst="rect">
            <a:avLst/>
          </a:prstGeom>
        </p:spPr>
      </p:pic>
      <p:pic>
        <p:nvPicPr>
          <p:cNvPr id="15" name="图片 5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5600" y="1944000"/>
            <a:ext cx="6778800" cy="1129800"/>
          </a:xfrm>
          <a:prstGeom prst="rect">
            <a:avLst/>
          </a:prstGeom>
        </p:spPr>
      </p:pic>
      <p:pic>
        <p:nvPicPr>
          <p:cNvPr id="16" name="图片 6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75600" y="2916000"/>
            <a:ext cx="6778800" cy="1129800"/>
          </a:xfrm>
          <a:prstGeom prst="rect">
            <a:avLst/>
          </a:prstGeom>
        </p:spPr>
      </p:pic>
      <p:pic>
        <p:nvPicPr>
          <p:cNvPr id="17" name="图片 71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75600" y="3888000"/>
            <a:ext cx="6778800" cy="1129800"/>
          </a:xfrm>
          <a:prstGeom prst="rect">
            <a:avLst/>
          </a:prstGeom>
        </p:spPr>
      </p:pic>
      <p:pic>
        <p:nvPicPr>
          <p:cNvPr id="18" name="图片 75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75600" y="4860000"/>
            <a:ext cx="6778800" cy="1129800"/>
          </a:xfrm>
          <a:prstGeom prst="rect">
            <a:avLst/>
          </a:prstGeom>
        </p:spPr>
      </p:pic>
      <p:pic>
        <p:nvPicPr>
          <p:cNvPr id="19" name="图片 77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75600" y="5832000"/>
            <a:ext cx="6778800" cy="1129800"/>
          </a:xfrm>
          <a:prstGeom prst="rect">
            <a:avLst/>
          </a:prstGeom>
        </p:spPr>
      </p:pic>
      <p:pic>
        <p:nvPicPr>
          <p:cNvPr id="20" name="图片 78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75600" y="6804000"/>
            <a:ext cx="6778800" cy="1129800"/>
          </a:xfrm>
          <a:prstGeom prst="rect">
            <a:avLst/>
          </a:prstGeom>
        </p:spPr>
      </p:pic>
      <p:pic>
        <p:nvPicPr>
          <p:cNvPr id="21" name="图片 81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75600" y="7776000"/>
            <a:ext cx="6778800" cy="1129800"/>
          </a:xfrm>
          <a:prstGeom prst="rect">
            <a:avLst/>
          </a:prstGeom>
        </p:spPr>
      </p:pic>
      <p:pic>
        <p:nvPicPr>
          <p:cNvPr id="22" name="No result S1 Diaph3 DeepVelo_scv" descr="No result: DentateGyrus_lamanno Diaph3, DeepVelo_scv"/>
          <p:cNvPicPr/>
          <p:nvPr/>
        </p:nvPicPr>
        <p:blipFill>
          <a:blip r:embed="rIdNoResult"/>
          <a:srcRect l="0" t="0" r="0" b="0"/>
          <a:stretch>
            <a:fillRect/>
          </a:stretch>
        </p:blipFill>
        <p:spPr>
          <a:xfrm>
            <a:off x="5445200" y="1441900"/>
            <a:ext cx="558800" cy="406400"/>
          </a:xfrm>
          <a:prstGeom prst="rect">
            <a:avLst/>
          </a:prstGeom>
        </p:spPr>
      </p:pic>
      <p:pic>
        <p:nvPicPr>
          <p:cNvPr id="23" name="No result S1 Nnat DeepVelo_scv" descr="No result: DentateGyrus_lamanno Nnat, DeepVelo_scv"/>
          <p:cNvPicPr/>
          <p:nvPr/>
        </p:nvPicPr>
        <p:blipFill>
          <a:blip r:embed="rIdNoResult"/>
          <a:srcRect l="0" t="0" r="0" b="0"/>
          <a:stretch>
            <a:fillRect/>
          </a:stretch>
        </p:blipFill>
        <p:spPr>
          <a:xfrm>
            <a:off x="5445200" y="6301900"/>
            <a:ext cx="558800" cy="406400"/>
          </a:xfrm>
          <a:prstGeom prst="rect">
            <a:avLst/>
          </a:prstGeom>
        </p:spPr>
      </p:pic>
      <p:pic>
        <p:nvPicPr>
          <p:cNvPr id="24" name="No result S1 Dab1 TIvelo" descr="No result: DentateGyrus_lamanno Dab1, TIvelo"/>
          <p:cNvPicPr/>
          <p:nvPr/>
        </p:nvPicPr>
        <p:blipFill>
          <a:blip r:embed="rIdNoResult"/>
          <a:srcRect l="0" t="0" r="0" b="0"/>
          <a:stretch>
            <a:fillRect/>
          </a:stretch>
        </p:blipFill>
        <p:spPr>
          <a:xfrm>
            <a:off x="2432400" y="469900"/>
            <a:ext cx="558800" cy="406400"/>
          </a:xfrm>
          <a:prstGeom prst="rect">
            <a:avLst/>
          </a:prstGeom>
        </p:spPr>
      </p:pic>
      <p:pic>
        <p:nvPicPr>
          <p:cNvPr id="25" name="No result S1 Nnat TIvelo" descr="No result: DentateGyrus_lamanno Nnat, TIvelo"/>
          <p:cNvPicPr/>
          <p:nvPr/>
        </p:nvPicPr>
        <p:blipFill>
          <a:blip r:embed="rIdNoResult"/>
          <a:srcRect l="0" t="0" r="0" b="0"/>
          <a:stretch>
            <a:fillRect/>
          </a:stretch>
        </p:blipFill>
        <p:spPr>
          <a:xfrm>
            <a:off x="2432400" y="6301900"/>
            <a:ext cx="558800" cy="406400"/>
          </a:xfrm>
          <a:prstGeom prst="rect">
            <a:avLst/>
          </a:prstGeom>
        </p:spPr>
      </p:pic>
      <p:pic>
        <p:nvPicPr>
          <p:cNvPr id="26" name="No result S1 Gpm6b veloVI" descr="No result: DentateGyrus_lamanno Gpm6b, veloVI"/>
          <p:cNvPicPr/>
          <p:nvPr/>
        </p:nvPicPr>
        <p:blipFill>
          <a:blip r:embed="rIdNoResult"/>
          <a:srcRect l="0" t="0" r="0" b="0"/>
          <a:stretch>
            <a:fillRect/>
          </a:stretch>
        </p:blipFill>
        <p:spPr>
          <a:xfrm>
            <a:off x="3185600" y="3385900"/>
            <a:ext cx="558800" cy="406400"/>
          </a:xfrm>
          <a:prstGeom prst="rect">
            <a:avLst/>
          </a:prstGeom>
        </p:spPr>
      </p:pic>
      <p:pic>
        <p:nvPicPr>
          <p:cNvPr id="27" name="No result S1 Nnat veloVI" descr="No result: DentateGyrus_lamanno Nnat, veloVI"/>
          <p:cNvPicPr/>
          <p:nvPr/>
        </p:nvPicPr>
        <p:blipFill>
          <a:blip r:embed="rIdNoResult"/>
          <a:srcRect l="0" t="0" r="0" b="0"/>
          <a:stretch>
            <a:fillRect/>
          </a:stretch>
        </p:blipFill>
        <p:spPr>
          <a:xfrm>
            <a:off x="3185600" y="6301900"/>
            <a:ext cx="558800" cy="406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WPS 演示</Application>
  <PresentationFormat>Converted Presentation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5" baseType="lpstr">
      <vt:lpstr>Arial</vt:lpstr>
      <vt:lpstr>宋体</vt:lpstr>
      <vt:lpstr>Wingdings</vt:lpstr>
      <vt:lpstr>Arial</vt:lpstr>
      <vt:lpstr>Wingdings</vt:lpstr>
      <vt:lpstr>微软雅黑</vt:lpstr>
      <vt:lpstr>方正雅意黑 GB18030L2</vt:lpstr>
      <vt:lpstr>宋体</vt:lpstr>
      <vt:lpstr>Arial Unicode MS</vt:lpstr>
      <vt:lpstr>苹方-简</vt:lpstr>
      <vt:lpstr>Calibri</vt:lpstr>
      <vt:lpstr>Helvetica Neue</vt:lpstr>
      <vt:lpstr>汉仪书宋二KW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赵泽临</cp:lastModifiedBy>
  <cp:revision>1</cp:revision>
  <dcterms:created xsi:type="dcterms:W3CDTF">2026-09-27T14:15:44Z</dcterms:created>
  <dcterms:modified xsi:type="dcterms:W3CDTF">2026-09-27T14:15:44Z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B9CB679077FF8E0A1025B96A5DA05012_42</vt:lpwstr>
  </property>
  <property fmtid="{D5CDD505-2E9C-101B-9397-08002B2CF9AE}" pid="3" name="KSOProductBuildVer">
    <vt:lpwstr>2052-12.1.26046.26046</vt:lpwstr>
  </property>
</Properties>
</file>