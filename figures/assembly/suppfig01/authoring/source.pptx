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360000" cy="360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refresh: 2026-09-09</a:t>
            </a:r>
          </a:p>
          <a:p>
            <a:r>
              <a:t>Source package: /mnt/second19T/zhaozelin/velocity/benchmark_repository/evaluation/gene/figures/current_gene_assets_log1p005_20260909</a:t>
            </a:r>
          </a:p>
          <a:p>
            <a:r>
              <a:t>This refresh changes embedded PPT images only; paper TeX/source content was not edited.</a:t>
            </a:r>
          </a:p>
          <a:p>
            <a:r>
              <a:t>Supp. Fig. 1 Dab1: /Users/tomorin/Downloads/test1_1/.pptx_update_build_20260909/assets/real/dentate/Dab1_9methods_compare.png</a:t>
            </a:r>
          </a:p>
          <a:p>
            <a:r>
              <a:t>Supp. Fig. 1 Diaph3: /Users/tomorin/Downloads/test1_1/.pptx_update_build_20260909/assets/real/dentate/Diaph3_9methods_compare.png</a:t>
            </a:r>
          </a:p>
          <a:p>
            <a:r>
              <a:t>Supp. Fig. 1 Dpp6: /Users/tomorin/Downloads/test1_1/.pptx_update_build_20260909/assets/real/dentate/Dpp6_9methods_compare.png</a:t>
            </a:r>
          </a:p>
          <a:p>
            <a:r>
              <a:t>Supp. Fig. 1 Gpm6b: /Users/tomorin/Downloads/test1_1/.pptx_update_build_20260909/assets/real/dentate/Gpm6b_9methods_compare.png</a:t>
            </a:r>
          </a:p>
          <a:p>
            <a:r>
              <a:t>Supp. Fig. 1 Malat1: /Users/tomorin/Downloads/test1_1/.pptx_update_build_20260909/assets/real/dentate/Malat1_9methods_compare.png</a:t>
            </a:r>
          </a:p>
          <a:p>
            <a:r>
              <a:t>Supp. Fig. 1 Mmd2: /Users/tomorin/Downloads/test1_1/.pptx_update_build_20260909/assets/real/dentate/Mmd2_9methods_compare.png</a:t>
            </a:r>
          </a:p>
          <a:p>
            <a:r>
              <a:t>Supp. Fig. 1 Nnat: /Users/tomorin/Downloads/test1_1/.pptx_update_build_20260909/assets/real/dentate/Nnat_9methods_compare.png</a:t>
            </a:r>
          </a:p>
          <a:p>
            <a:r>
              <a:t>Supp. Fig. 1 Plppr4: /Users/tomorin/Downloads/test1_1/.pptx_update_build_20260909/assets/real/dentate/Plppr4_9methods_compare.png</a:t>
            </a:r>
          </a:p>
          <a:p>
            <a:r>
              <a:t>Supp. Fig. 1 Tubb3: /Users/tomorin/Downloads/test1_1/.pptx_update_build_20260909/assets/real/dentate/Tubb3_9methods_compare.png</a:t>
            </a:r>
          </a:p>
          <a:p>
            <a:r>
              <a:t>Preserved: Only the nine gene phase-portrait images were refreshed; all other slide content and layout were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33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1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45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NoResult" Type="http://schemas.openxmlformats.org/officeDocument/2006/relationships/image" Target="../media/no_result_circle_slash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4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5600" y="0"/>
            <a:ext cx="6778800" cy="1129800"/>
          </a:xfrm>
          <a:prstGeom prst="rect">
            <a:avLst/>
          </a:prstGeom>
        </p:spPr>
      </p:pic>
      <p:pic>
        <p:nvPicPr>
          <p:cNvPr id="14" name="图片 4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600" y="972000"/>
            <a:ext cx="6778800" cy="1129800"/>
          </a:xfrm>
          <a:prstGeom prst="rect">
            <a:avLst/>
          </a:prstGeom>
        </p:spPr>
      </p:pic>
      <p:pic>
        <p:nvPicPr>
          <p:cNvPr id="15" name="图片 5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600" y="1944000"/>
            <a:ext cx="6778800" cy="1129800"/>
          </a:xfrm>
          <a:prstGeom prst="rect">
            <a:avLst/>
          </a:prstGeom>
        </p:spPr>
      </p:pic>
      <p:pic>
        <p:nvPicPr>
          <p:cNvPr id="16" name="图片 6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600" y="2916000"/>
            <a:ext cx="6778800" cy="1129800"/>
          </a:xfrm>
          <a:prstGeom prst="rect">
            <a:avLst/>
          </a:prstGeom>
        </p:spPr>
      </p:pic>
      <p:pic>
        <p:nvPicPr>
          <p:cNvPr id="17" name="图片 7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600" y="3888000"/>
            <a:ext cx="6778800" cy="1129800"/>
          </a:xfrm>
          <a:prstGeom prst="rect">
            <a:avLst/>
          </a:prstGeom>
        </p:spPr>
      </p:pic>
      <p:pic>
        <p:nvPicPr>
          <p:cNvPr id="18" name="图片 7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600" y="4860000"/>
            <a:ext cx="6778800" cy="1129800"/>
          </a:xfrm>
          <a:prstGeom prst="rect">
            <a:avLst/>
          </a:prstGeom>
        </p:spPr>
      </p:pic>
      <p:pic>
        <p:nvPicPr>
          <p:cNvPr id="19" name="图片 7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5600" y="5832000"/>
            <a:ext cx="6778800" cy="1129800"/>
          </a:xfrm>
          <a:prstGeom prst="rect">
            <a:avLst/>
          </a:prstGeom>
        </p:spPr>
      </p:pic>
      <p:pic>
        <p:nvPicPr>
          <p:cNvPr id="20" name="图片 7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5600" y="6804000"/>
            <a:ext cx="6778800" cy="1129800"/>
          </a:xfrm>
          <a:prstGeom prst="rect">
            <a:avLst/>
          </a:prstGeom>
        </p:spPr>
      </p:pic>
      <p:pic>
        <p:nvPicPr>
          <p:cNvPr id="21" name="图片 8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5600" y="7776000"/>
            <a:ext cx="6778800" cy="1129800"/>
          </a:xfrm>
          <a:prstGeom prst="rect">
            <a:avLst/>
          </a:prstGeom>
        </p:spPr>
      </p:pic>
      <p:pic>
        <p:nvPicPr>
          <p:cNvPr id="22" name="No result S1 Diaph3 DeepVelo_scv" descr="No result: DentateGyrus_lamanno Diaph3, DeepVelo_scv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5445200" y="1441900"/>
            <a:ext cx="558800" cy="406400"/>
          </a:xfrm>
          <a:prstGeom prst="rect">
            <a:avLst/>
          </a:prstGeom>
        </p:spPr>
      </p:pic>
      <p:pic>
        <p:nvPicPr>
          <p:cNvPr id="23" name="No result S1 Nnat DeepVelo_scv" descr="No result: DentateGyrus_lamanno Nnat, DeepVelo_scv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5445200" y="6301900"/>
            <a:ext cx="558800" cy="406400"/>
          </a:xfrm>
          <a:prstGeom prst="rect">
            <a:avLst/>
          </a:prstGeom>
        </p:spPr>
      </p:pic>
      <p:pic>
        <p:nvPicPr>
          <p:cNvPr id="24" name="No result S1 Dab1 TIvelo" descr="No result: DentateGyrus_lamanno Dab1, TIvelo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2432400" y="469900"/>
            <a:ext cx="558800" cy="406400"/>
          </a:xfrm>
          <a:prstGeom prst="rect">
            <a:avLst/>
          </a:prstGeom>
        </p:spPr>
      </p:pic>
      <p:pic>
        <p:nvPicPr>
          <p:cNvPr id="25" name="No result S1 Nnat TIvelo" descr="No result: DentateGyrus_lamanno Nnat, TIvelo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2432400" y="6301900"/>
            <a:ext cx="558800" cy="406400"/>
          </a:xfrm>
          <a:prstGeom prst="rect">
            <a:avLst/>
          </a:prstGeom>
        </p:spPr>
      </p:pic>
      <p:pic>
        <p:nvPicPr>
          <p:cNvPr id="26" name="No result S1 Gpm6b veloVI" descr="No result: DentateGyrus_lamanno Gpm6b, veloVI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3185600" y="3385900"/>
            <a:ext cx="558800" cy="406400"/>
          </a:xfrm>
          <a:prstGeom prst="rect">
            <a:avLst/>
          </a:prstGeom>
        </p:spPr>
      </p:pic>
      <p:pic>
        <p:nvPicPr>
          <p:cNvPr id="27" name="No result S1 Nnat veloVI" descr="No result: DentateGyrus_lamanno Nnat, veloVI"/>
          <p:cNvPicPr/>
          <p:nvPr/>
        </p:nvPicPr>
        <p:blipFill>
          <a:blip r:embed="rIdNoResult"/>
          <a:srcRect l="0" t="0" r="0" b="0"/>
          <a:stretch>
            <a:fillRect/>
          </a:stretch>
        </p:blipFill>
        <p:spPr>
          <a:xfrm>
            <a:off x="3185600" y="6301900"/>
            <a:ext cx="558800" cy="40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Converted Presentation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Wingdings</vt:lpstr>
      <vt:lpstr>微软雅黑</vt:lpstr>
      <vt:lpstr>方正雅意黑 GB18030L2</vt:lpstr>
      <vt:lpstr>宋体</vt:lpstr>
      <vt:lpstr>Arial Unicode MS</vt:lpstr>
      <vt:lpstr>苹方-简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1</cp:revision>
  <dcterms:created xsi:type="dcterms:W3CDTF">2026-09-27T14:15:44Z</dcterms:created>
  <dcterms:modified xsi:type="dcterms:W3CDTF">2026-09-27T14:15:44Z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B9CB679077FF8E0A1025B96A5DA05012_42</vt:lpwstr>
  </property>
  <property fmtid="{D5CDD505-2E9C-101B-9397-08002B2CF9AE}" pid="3" name="KSOProductBuildVer">
    <vt:lpwstr>2052-12.1.26046.26046</vt:lpwstr>
  </property>
</Properties>
</file>